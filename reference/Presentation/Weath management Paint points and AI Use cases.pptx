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7376259" r:id="rId2"/>
    <p:sldId id="2147376261" r:id="rId3"/>
    <p:sldId id="2147376262" r:id="rId4"/>
    <p:sldId id="2147376263" r:id="rId5"/>
    <p:sldId id="2147376264" r:id="rId6"/>
    <p:sldId id="2147376265" r:id="rId7"/>
    <p:sldId id="2147376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B1E1"/>
    <a:srgbClr val="F3712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C589E-09AD-4642-A717-8FE21A36B6AF}" v="103" dt="2026-05-05T04:13:37.742"/>
  </p1510:revLst>
</p1510:revInfo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Nguyen Xuan" userId="ef58cd0a-6f0d-4bab-b707-f638aa04c013" providerId="ADAL" clId="{BE8BB400-81C7-49E5-925D-01ED20EE0E07}"/>
    <pc:docChg chg="undo custSel addSld delSld modSld">
      <pc:chgData name="Loc Nguyen Xuan" userId="ef58cd0a-6f0d-4bab-b707-f638aa04c013" providerId="ADAL" clId="{BE8BB400-81C7-49E5-925D-01ED20EE0E07}" dt="2026-05-05T04:18:27.074" v="1489" actId="1076"/>
      <pc:docMkLst>
        <pc:docMk/>
      </pc:docMkLst>
      <pc:sldChg chg="addSp delSp modSp mod">
        <pc:chgData name="Loc Nguyen Xuan" userId="ef58cd0a-6f0d-4bab-b707-f638aa04c013" providerId="ADAL" clId="{BE8BB400-81C7-49E5-925D-01ED20EE0E07}" dt="2026-05-05T03:29:33.879" v="610" actId="1076"/>
        <pc:sldMkLst>
          <pc:docMk/>
          <pc:sldMk cId="1331762712" sldId="2147376259"/>
        </pc:sldMkLst>
        <pc:spChg chg="mod">
          <ac:chgData name="Loc Nguyen Xuan" userId="ef58cd0a-6f0d-4bab-b707-f638aa04c013" providerId="ADAL" clId="{BE8BB400-81C7-49E5-925D-01ED20EE0E07}" dt="2026-05-05T02:54:30.009" v="2"/>
          <ac:spMkLst>
            <pc:docMk/>
            <pc:sldMk cId="1331762712" sldId="2147376259"/>
            <ac:spMk id="6" creationId="{E61A52B7-2656-CA89-D475-693C4A5AA02A}"/>
          </ac:spMkLst>
        </pc:spChg>
        <pc:spChg chg="mod">
          <ac:chgData name="Loc Nguyen Xuan" userId="ef58cd0a-6f0d-4bab-b707-f638aa04c013" providerId="ADAL" clId="{BE8BB400-81C7-49E5-925D-01ED20EE0E07}" dt="2026-05-05T03:25:33.932" v="382" actId="14100"/>
          <ac:spMkLst>
            <pc:docMk/>
            <pc:sldMk cId="1331762712" sldId="2147376259"/>
            <ac:spMk id="13" creationId="{F81B1DD2-C1B8-8D42-9162-E5C811112400}"/>
          </ac:spMkLst>
        </pc:spChg>
        <pc:spChg chg="mod topLvl">
          <ac:chgData name="Loc Nguyen Xuan" userId="ef58cd0a-6f0d-4bab-b707-f638aa04c013" providerId="ADAL" clId="{BE8BB400-81C7-49E5-925D-01ED20EE0E07}" dt="2026-05-05T03:26:51.147" v="390" actId="164"/>
          <ac:spMkLst>
            <pc:docMk/>
            <pc:sldMk cId="1331762712" sldId="2147376259"/>
            <ac:spMk id="20" creationId="{ACC2DA45-2AD4-06AF-F19F-ECA16D378F78}"/>
          </ac:spMkLst>
        </pc:spChg>
        <pc:spChg chg="mod">
          <ac:chgData name="Loc Nguyen Xuan" userId="ef58cd0a-6f0d-4bab-b707-f638aa04c013" providerId="ADAL" clId="{BE8BB400-81C7-49E5-925D-01ED20EE0E07}" dt="2026-05-05T03:25:37.357" v="383" actId="1076"/>
          <ac:spMkLst>
            <pc:docMk/>
            <pc:sldMk cId="1331762712" sldId="2147376259"/>
            <ac:spMk id="42" creationId="{871024FA-2F70-5781-31D5-A28910E557E0}"/>
          </ac:spMkLst>
        </pc:spChg>
        <pc:spChg chg="mod">
          <ac:chgData name="Loc Nguyen Xuan" userId="ef58cd0a-6f0d-4bab-b707-f638aa04c013" providerId="ADAL" clId="{BE8BB400-81C7-49E5-925D-01ED20EE0E07}" dt="2026-05-05T03:25:37.357" v="383" actId="1076"/>
          <ac:spMkLst>
            <pc:docMk/>
            <pc:sldMk cId="1331762712" sldId="2147376259"/>
            <ac:spMk id="43" creationId="{558D22FD-7222-85DA-437C-EB7E49B2DDE6}"/>
          </ac:spMkLst>
        </pc:spChg>
        <pc:spChg chg="add mod">
          <ac:chgData name="Loc Nguyen Xuan" userId="ef58cd0a-6f0d-4bab-b707-f638aa04c013" providerId="ADAL" clId="{BE8BB400-81C7-49E5-925D-01ED20EE0E07}" dt="2026-05-05T03:02:01.896" v="136"/>
          <ac:spMkLst>
            <pc:docMk/>
            <pc:sldMk cId="1331762712" sldId="2147376259"/>
            <ac:spMk id="44" creationId="{57D0BC53-3585-7D2F-4389-A9453CFD6954}"/>
          </ac:spMkLst>
        </pc:spChg>
        <pc:spChg chg="add mod">
          <ac:chgData name="Loc Nguyen Xuan" userId="ef58cd0a-6f0d-4bab-b707-f638aa04c013" providerId="ADAL" clId="{BE8BB400-81C7-49E5-925D-01ED20EE0E07}" dt="2026-05-05T03:29:33.879" v="610" actId="1076"/>
          <ac:spMkLst>
            <pc:docMk/>
            <pc:sldMk cId="1331762712" sldId="2147376259"/>
            <ac:spMk id="48" creationId="{ABA38E58-7B9F-9828-9B60-20413921FEDE}"/>
          </ac:spMkLst>
        </pc:spChg>
        <pc:grpChg chg="mod">
          <ac:chgData name="Loc Nguyen Xuan" userId="ef58cd0a-6f0d-4bab-b707-f638aa04c013" providerId="ADAL" clId="{BE8BB400-81C7-49E5-925D-01ED20EE0E07}" dt="2026-05-05T03:22:56.428" v="366" actId="1076"/>
          <ac:grpSpMkLst>
            <pc:docMk/>
            <pc:sldMk cId="1331762712" sldId="2147376259"/>
            <ac:grpSpMk id="45" creationId="{7E9EE4BD-8DA6-F058-E243-F9E71DB15109}"/>
          </ac:grpSpMkLst>
        </pc:grp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26" creationId="{2882C521-D73E-C7FB-C509-AD82D5D0D4A8}"/>
          </ac:picMkLst>
        </pc:picChg>
        <pc:picChg chg="del mod">
          <ac:chgData name="Loc Nguyen Xuan" userId="ef58cd0a-6f0d-4bab-b707-f638aa04c013" providerId="ADAL" clId="{BE8BB400-81C7-49E5-925D-01ED20EE0E07}" dt="2026-05-05T03:26:30.933" v="384" actId="478"/>
          <ac:picMkLst>
            <pc:docMk/>
            <pc:sldMk cId="1331762712" sldId="2147376259"/>
            <ac:picMk id="29" creationId="{42EE549A-27DE-DD4F-E2C5-3B11F3EA3490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0" creationId="{8589AECB-E867-A40B-3B5E-E0370B991600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1" creationId="{10D2AA60-B3BC-2A65-BAD6-84AF7D7E2C7C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2" creationId="{79AAE9C8-6B73-6CD7-92AD-17A995A015A2}"/>
          </ac:picMkLst>
        </pc:picChg>
        <pc:picChg chg="mod topLvl">
          <ac:chgData name="Loc Nguyen Xuan" userId="ef58cd0a-6f0d-4bab-b707-f638aa04c013" providerId="ADAL" clId="{BE8BB400-81C7-49E5-925D-01ED20EE0E07}" dt="2026-05-05T03:26:37.443" v="385" actId="165"/>
          <ac:picMkLst>
            <pc:docMk/>
            <pc:sldMk cId="1331762712" sldId="2147376259"/>
            <ac:picMk id="33" creationId="{AA553394-9A7A-6583-053F-671F32B2055C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4" creationId="{D0E4C0D0-0BB4-5A8C-2256-9C76AD29063C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5" creationId="{2F792CDE-2E27-0BE3-F5B7-C6554957DD75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6" creationId="{82733C0F-A3CA-6D65-ECAF-0E49440E2777}"/>
          </ac:picMkLst>
        </pc:picChg>
        <pc:picChg chg="mod topLvl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38" creationId="{1953DA82-442B-2A39-8DC5-6596C3390E6A}"/>
          </ac:picMkLst>
        </pc:picChg>
        <pc:picChg chg="add mod">
          <ac:chgData name="Loc Nguyen Xuan" userId="ef58cd0a-6f0d-4bab-b707-f638aa04c013" providerId="ADAL" clId="{BE8BB400-81C7-49E5-925D-01ED20EE0E07}" dt="2026-05-05T03:26:51.147" v="390" actId="164"/>
          <ac:picMkLst>
            <pc:docMk/>
            <pc:sldMk cId="1331762712" sldId="2147376259"/>
            <ac:picMk id="46" creationId="{6E0717C8-3737-F281-963F-7079F98AAD8A}"/>
          </ac:picMkLst>
        </pc:picChg>
      </pc:sldChg>
      <pc:sldChg chg="modSp add del mod">
        <pc:chgData name="Loc Nguyen Xuan" userId="ef58cd0a-6f0d-4bab-b707-f638aa04c013" providerId="ADAL" clId="{BE8BB400-81C7-49E5-925D-01ED20EE0E07}" dt="2026-05-05T02:54:55.499" v="4" actId="47"/>
        <pc:sldMkLst>
          <pc:docMk/>
          <pc:sldMk cId="313743308" sldId="2147376260"/>
        </pc:sldMkLst>
        <pc:spChg chg="mod">
          <ac:chgData name="Loc Nguyen Xuan" userId="ef58cd0a-6f0d-4bab-b707-f638aa04c013" providerId="ADAL" clId="{BE8BB400-81C7-49E5-925D-01ED20EE0E07}" dt="2026-05-05T02:54:21.263" v="1"/>
          <ac:spMkLst>
            <pc:docMk/>
            <pc:sldMk cId="313743308" sldId="2147376260"/>
            <ac:spMk id="6" creationId="{3ED5BF19-6C7A-45D2-D9E8-6EEB1B3F7824}"/>
          </ac:spMkLst>
        </pc:spChg>
      </pc:sldChg>
      <pc:sldChg chg="addSp delSp modSp add mod">
        <pc:chgData name="Loc Nguyen Xuan" userId="ef58cd0a-6f0d-4bab-b707-f638aa04c013" providerId="ADAL" clId="{BE8BB400-81C7-49E5-925D-01ED20EE0E07}" dt="2026-05-05T03:24:23.876" v="373" actId="207"/>
        <pc:sldMkLst>
          <pc:docMk/>
          <pc:sldMk cId="2409890857" sldId="2147376261"/>
        </pc:sldMkLst>
        <pc:spChg chg="mod">
          <ac:chgData name="Loc Nguyen Xuan" userId="ef58cd0a-6f0d-4bab-b707-f638aa04c013" providerId="ADAL" clId="{BE8BB400-81C7-49E5-925D-01ED20EE0E07}" dt="2026-05-05T02:55:04.550" v="6"/>
          <ac:spMkLst>
            <pc:docMk/>
            <pc:sldMk cId="2409890857" sldId="2147376261"/>
            <ac:spMk id="6" creationId="{29BA25BE-4BF0-BAA2-AAA3-26FE5FE32F9B}"/>
          </ac:spMkLst>
        </pc:spChg>
        <pc:spChg chg="add mod">
          <ac:chgData name="Loc Nguyen Xuan" userId="ef58cd0a-6f0d-4bab-b707-f638aa04c013" providerId="ADAL" clId="{BE8BB400-81C7-49E5-925D-01ED20EE0E07}" dt="2026-05-05T03:24:23.876" v="373" actId="207"/>
          <ac:spMkLst>
            <pc:docMk/>
            <pc:sldMk cId="2409890857" sldId="2147376261"/>
            <ac:spMk id="7" creationId="{8DF1208E-C1AD-688E-F8B8-B814AEB3A102}"/>
          </ac:spMkLst>
        </pc:spChg>
        <pc:spChg chg="mod">
          <ac:chgData name="Loc Nguyen Xuan" userId="ef58cd0a-6f0d-4bab-b707-f638aa04c013" providerId="ADAL" clId="{BE8BB400-81C7-49E5-925D-01ED20EE0E07}" dt="2026-05-05T03:01:04.053" v="119" actId="1076"/>
          <ac:spMkLst>
            <pc:docMk/>
            <pc:sldMk cId="2409890857" sldId="2147376261"/>
            <ac:spMk id="11" creationId="{49FBF43A-69C9-545F-80D5-19C893F260C4}"/>
          </ac:spMkLst>
        </pc:spChg>
        <pc:spChg chg="del">
          <ac:chgData name="Loc Nguyen Xuan" userId="ef58cd0a-6f0d-4bab-b707-f638aa04c013" providerId="ADAL" clId="{BE8BB400-81C7-49E5-925D-01ED20EE0E07}" dt="2026-05-05T02:55:29.782" v="8" actId="478"/>
          <ac:spMkLst>
            <pc:docMk/>
            <pc:sldMk cId="2409890857" sldId="2147376261"/>
            <ac:spMk id="13" creationId="{B36E2C74-C530-22FE-6FC3-2EC05BB6F30A}"/>
          </ac:spMkLst>
        </pc:spChg>
        <pc:spChg chg="add mod">
          <ac:chgData name="Loc Nguyen Xuan" userId="ef58cd0a-6f0d-4bab-b707-f638aa04c013" providerId="ADAL" clId="{BE8BB400-81C7-49E5-925D-01ED20EE0E07}" dt="2026-05-05T02:57:37.370" v="52" actId="164"/>
          <ac:spMkLst>
            <pc:docMk/>
            <pc:sldMk cId="2409890857" sldId="2147376261"/>
            <ac:spMk id="15" creationId="{48C47A4C-FE32-30A6-5E90-1A0446D382F1}"/>
          </ac:spMkLst>
        </pc:spChg>
        <pc:spChg chg="del">
          <ac:chgData name="Loc Nguyen Xuan" userId="ef58cd0a-6f0d-4bab-b707-f638aa04c013" providerId="ADAL" clId="{BE8BB400-81C7-49E5-925D-01ED20EE0E07}" dt="2026-05-05T02:55:29.782" v="8" actId="478"/>
          <ac:spMkLst>
            <pc:docMk/>
            <pc:sldMk cId="2409890857" sldId="2147376261"/>
            <ac:spMk id="20" creationId="{5684F451-71A8-084C-91FF-1B033B94FF70}"/>
          </ac:spMkLst>
        </pc:spChg>
        <pc:spChg chg="mod">
          <ac:chgData name="Loc Nguyen Xuan" userId="ef58cd0a-6f0d-4bab-b707-f638aa04c013" providerId="ADAL" clId="{BE8BB400-81C7-49E5-925D-01ED20EE0E07}" dt="2026-05-05T02:58:01.971" v="66"/>
          <ac:spMkLst>
            <pc:docMk/>
            <pc:sldMk cId="2409890857" sldId="2147376261"/>
            <ac:spMk id="25" creationId="{E7450C86-9D52-97DF-1852-A5BFCAB8E20F}"/>
          </ac:spMkLst>
        </pc:spChg>
        <pc:spChg chg="del">
          <ac:chgData name="Loc Nguyen Xuan" userId="ef58cd0a-6f0d-4bab-b707-f638aa04c013" providerId="ADAL" clId="{BE8BB400-81C7-49E5-925D-01ED20EE0E07}" dt="2026-05-05T02:55:29.782" v="8" actId="478"/>
          <ac:spMkLst>
            <pc:docMk/>
            <pc:sldMk cId="2409890857" sldId="2147376261"/>
            <ac:spMk id="42" creationId="{E156C829-6A03-5544-8BD8-2E1528244E8B}"/>
          </ac:spMkLst>
        </pc:spChg>
        <pc:spChg chg="del">
          <ac:chgData name="Loc Nguyen Xuan" userId="ef58cd0a-6f0d-4bab-b707-f638aa04c013" providerId="ADAL" clId="{BE8BB400-81C7-49E5-925D-01ED20EE0E07}" dt="2026-05-05T02:55:29.782" v="8" actId="478"/>
          <ac:spMkLst>
            <pc:docMk/>
            <pc:sldMk cId="2409890857" sldId="2147376261"/>
            <ac:spMk id="43" creationId="{227C7984-D003-6AFD-CD96-8A58A00603BD}"/>
          </ac:spMkLst>
        </pc:spChg>
        <pc:spChg chg="add mod">
          <ac:chgData name="Loc Nguyen Xuan" userId="ef58cd0a-6f0d-4bab-b707-f638aa04c013" providerId="ADAL" clId="{BE8BB400-81C7-49E5-925D-01ED20EE0E07}" dt="2026-05-05T03:02:06.884" v="138" actId="1076"/>
          <ac:spMkLst>
            <pc:docMk/>
            <pc:sldMk cId="2409890857" sldId="2147376261"/>
            <ac:spMk id="81" creationId="{2AD9ADBD-0415-78C4-D020-C4743BE813D5}"/>
          </ac:spMkLst>
        </pc:spChg>
        <pc:spChg chg="add mod">
          <ac:chgData name="Loc Nguyen Xuan" userId="ef58cd0a-6f0d-4bab-b707-f638aa04c013" providerId="ADAL" clId="{BE8BB400-81C7-49E5-925D-01ED20EE0E07}" dt="2026-05-05T03:05:41.997" v="154" actId="1076"/>
          <ac:spMkLst>
            <pc:docMk/>
            <pc:sldMk cId="2409890857" sldId="2147376261"/>
            <ac:spMk id="85" creationId="{21520788-C1C1-E7F4-7B22-F72CD0AB898D}"/>
          </ac:spMkLst>
        </pc:spChg>
        <pc:grpChg chg="add mod">
          <ac:chgData name="Loc Nguyen Xuan" userId="ef58cd0a-6f0d-4bab-b707-f638aa04c013" providerId="ADAL" clId="{BE8BB400-81C7-49E5-925D-01ED20EE0E07}" dt="2026-05-05T02:58:01.090" v="64" actId="1076"/>
          <ac:grpSpMkLst>
            <pc:docMk/>
            <pc:sldMk cId="2409890857" sldId="2147376261"/>
            <ac:grpSpMk id="16" creationId="{54916C01-2008-0A70-966F-CA87722C2D5B}"/>
          </ac:grpSpMkLst>
        </pc:grpChg>
        <pc:grpChg chg="add mod">
          <ac:chgData name="Loc Nguyen Xuan" userId="ef58cd0a-6f0d-4bab-b707-f638aa04c013" providerId="ADAL" clId="{BE8BB400-81C7-49E5-925D-01ED20EE0E07}" dt="2026-05-05T02:58:01.971" v="66"/>
          <ac:grpSpMkLst>
            <pc:docMk/>
            <pc:sldMk cId="2409890857" sldId="2147376261"/>
            <ac:grpSpMk id="23" creationId="{52179621-E609-0CC9-E39B-5BEFD5C5E921}"/>
          </ac:grpSpMkLst>
        </pc:grpChg>
        <pc:grpChg chg="mod">
          <ac:chgData name="Loc Nguyen Xuan" userId="ef58cd0a-6f0d-4bab-b707-f638aa04c013" providerId="ADAL" clId="{BE8BB400-81C7-49E5-925D-01ED20EE0E07}" dt="2026-05-05T03:01:48.384" v="130" actId="1076"/>
          <ac:grpSpMkLst>
            <pc:docMk/>
            <pc:sldMk cId="2409890857" sldId="2147376261"/>
            <ac:grpSpMk id="78" creationId="{5542526B-1332-F490-F61F-DAEA5A047182}"/>
          </ac:grpSpMkLst>
        </pc:grpChg>
        <pc:graphicFrameChg chg="add mod">
          <ac:chgData name="Loc Nguyen Xuan" userId="ef58cd0a-6f0d-4bab-b707-f638aa04c013" providerId="ADAL" clId="{BE8BB400-81C7-49E5-925D-01ED20EE0E07}" dt="2026-05-05T02:55:01.727" v="5"/>
          <ac:graphicFrameMkLst>
            <pc:docMk/>
            <pc:sldMk cId="2409890857" sldId="2147376261"/>
            <ac:graphicFrameMk id="3" creationId="{6DA62E7E-4C3C-0C98-AFBC-976A30B78816}"/>
          </ac:graphicFrameMkLst>
        </pc:graphicFrameChg>
        <pc:graphicFrameChg chg="add mod">
          <ac:chgData name="Loc Nguyen Xuan" userId="ef58cd0a-6f0d-4bab-b707-f638aa04c013" providerId="ADAL" clId="{BE8BB400-81C7-49E5-925D-01ED20EE0E07}" dt="2026-05-05T02:55:41.233" v="9"/>
          <ac:graphicFrameMkLst>
            <pc:docMk/>
            <pc:sldMk cId="2409890857" sldId="2147376261"/>
            <ac:graphicFrameMk id="4" creationId="{FE9B1A2B-43D2-1A86-D0F8-DBBCE7B4DC54}"/>
          </ac:graphicFrameMkLst>
        </pc:graphicFrameChg>
        <pc:graphicFrameChg chg="add mod">
          <ac:chgData name="Loc Nguyen Xuan" userId="ef58cd0a-6f0d-4bab-b707-f638aa04c013" providerId="ADAL" clId="{BE8BB400-81C7-49E5-925D-01ED20EE0E07}" dt="2026-05-05T02:56:32.794" v="13"/>
          <ac:graphicFrameMkLst>
            <pc:docMk/>
            <pc:sldMk cId="2409890857" sldId="2147376261"/>
            <ac:graphicFrameMk id="8" creationId="{BD6C19CE-911B-E174-2E92-690C8C2B6F66}"/>
          </ac:graphicFrameMkLst>
        </pc:graphicFrameChg>
        <pc:picChg chg="add mod">
          <ac:chgData name="Loc Nguyen Xuan" userId="ef58cd0a-6f0d-4bab-b707-f638aa04c013" providerId="ADAL" clId="{BE8BB400-81C7-49E5-925D-01ED20EE0E07}" dt="2026-05-05T02:57:37.370" v="52" actId="164"/>
          <ac:picMkLst>
            <pc:docMk/>
            <pc:sldMk cId="2409890857" sldId="2147376261"/>
            <ac:picMk id="10" creationId="{42C53347-E670-978B-F5D4-162C03F44E75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14" creationId="{8521955B-B884-6F9F-C31C-4E859F9BEDC8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17" creationId="{065FF82C-4624-9DC7-3C4B-8C39FB9BDBF6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19" creationId="{744DAFE7-A39F-4615-00C1-B27243A36EC9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21" creationId="{163D1BB6-4127-8AD9-C161-6C035DD6E114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22" creationId="{D137EA5A-10E6-97E3-152E-6F2C38053461}"/>
          </ac:picMkLst>
        </pc:picChg>
        <pc:picChg chg="mod">
          <ac:chgData name="Loc Nguyen Xuan" userId="ef58cd0a-6f0d-4bab-b707-f638aa04c013" providerId="ADAL" clId="{BE8BB400-81C7-49E5-925D-01ED20EE0E07}" dt="2026-05-05T02:58:01.971" v="66"/>
          <ac:picMkLst>
            <pc:docMk/>
            <pc:sldMk cId="2409890857" sldId="2147376261"/>
            <ac:picMk id="24" creationId="{AC4C92C4-CAC5-E565-1312-34605285C6C9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26" creationId="{B6FB08FE-D9DF-DE55-4474-6CD120186883}"/>
          </ac:picMkLst>
        </pc:picChg>
        <pc:picChg chg="add mod">
          <ac:chgData name="Loc Nguyen Xuan" userId="ef58cd0a-6f0d-4bab-b707-f638aa04c013" providerId="ADAL" clId="{BE8BB400-81C7-49E5-925D-01ED20EE0E07}" dt="2026-05-05T02:59:39.128" v="102" actId="12788"/>
          <ac:picMkLst>
            <pc:docMk/>
            <pc:sldMk cId="2409890857" sldId="2147376261"/>
            <ac:picMk id="27" creationId="{C79BBA77-FE9F-DD20-B603-66BAF4981DD2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28" creationId="{EFAD0E5B-6691-2074-397C-E3FE097FAA00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29" creationId="{919C69BA-58AE-0097-76F8-E1FF40602378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32" creationId="{78EC06F6-BB7F-F69E-FD8E-872C6F26DEB9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34" creationId="{6BC9AF61-BE6F-3134-69CF-04BEEA6C5592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35" creationId="{DF038C35-3A5C-3CF7-AD28-D780D1FB8EAD}"/>
          </ac:picMkLst>
        </pc:picChg>
        <pc:picChg chg="del">
          <ac:chgData name="Loc Nguyen Xuan" userId="ef58cd0a-6f0d-4bab-b707-f638aa04c013" providerId="ADAL" clId="{BE8BB400-81C7-49E5-925D-01ED20EE0E07}" dt="2026-05-05T02:55:29.782" v="8" actId="478"/>
          <ac:picMkLst>
            <pc:docMk/>
            <pc:sldMk cId="2409890857" sldId="2147376261"/>
            <ac:picMk id="36" creationId="{878B02D5-CEDC-D9D1-8BC3-CA8B41B4C325}"/>
          </ac:picMkLst>
        </pc:picChg>
        <pc:picChg chg="add mod">
          <ac:chgData name="Loc Nguyen Xuan" userId="ef58cd0a-6f0d-4bab-b707-f638aa04c013" providerId="ADAL" clId="{BE8BB400-81C7-49E5-925D-01ED20EE0E07}" dt="2026-05-05T02:59:56.970" v="104" actId="12789"/>
          <ac:picMkLst>
            <pc:docMk/>
            <pc:sldMk cId="2409890857" sldId="2147376261"/>
            <ac:picMk id="37" creationId="{2FB33152-271B-92F2-D451-9128C706117A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68" creationId="{86056591-DE6E-EF70-A619-E5088F05F462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69" creationId="{52D81CEB-3611-B03A-0B11-3948C71DF3E1}"/>
          </ac:picMkLst>
        </pc:picChg>
        <pc:picChg chg="add mod">
          <ac:chgData name="Loc Nguyen Xuan" userId="ef58cd0a-6f0d-4bab-b707-f638aa04c013" providerId="ADAL" clId="{BE8BB400-81C7-49E5-925D-01ED20EE0E07}" dt="2026-05-05T03:00:23.294" v="111" actId="1076"/>
          <ac:picMkLst>
            <pc:docMk/>
            <pc:sldMk cId="2409890857" sldId="2147376261"/>
            <ac:picMk id="70" creationId="{3EB37713-5A60-2284-D269-4BE00BB9AD6C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71" creationId="{97CC9C38-8888-1724-6B5F-3ED41279338F}"/>
          </ac:picMkLst>
        </pc:picChg>
        <pc:picChg chg="add mod">
          <ac:chgData name="Loc Nguyen Xuan" userId="ef58cd0a-6f0d-4bab-b707-f638aa04c013" providerId="ADAL" clId="{BE8BB400-81C7-49E5-925D-01ED20EE0E07}" dt="2026-05-05T03:00:32.084" v="115" actId="1076"/>
          <ac:picMkLst>
            <pc:docMk/>
            <pc:sldMk cId="2409890857" sldId="2147376261"/>
            <ac:picMk id="72" creationId="{F2163CB7-82DB-6C7A-31C4-2C1DF59E7303}"/>
          </ac:picMkLst>
        </pc:picChg>
        <pc:picChg chg="add mod">
          <ac:chgData name="Loc Nguyen Xuan" userId="ef58cd0a-6f0d-4bab-b707-f638aa04c013" providerId="ADAL" clId="{BE8BB400-81C7-49E5-925D-01ED20EE0E07}" dt="2026-05-05T03:05:54.442" v="157" actId="1076"/>
          <ac:picMkLst>
            <pc:docMk/>
            <pc:sldMk cId="2409890857" sldId="2147376261"/>
            <ac:picMk id="74" creationId="{C9523337-0F52-6689-51D6-8FE4864F51D5}"/>
          </ac:picMkLst>
        </pc:picChg>
        <pc:picChg chg="add mod">
          <ac:chgData name="Loc Nguyen Xuan" userId="ef58cd0a-6f0d-4bab-b707-f638aa04c013" providerId="ADAL" clId="{BE8BB400-81C7-49E5-925D-01ED20EE0E07}" dt="2026-05-05T03:01:43.557" v="128" actId="164"/>
          <ac:picMkLst>
            <pc:docMk/>
            <pc:sldMk cId="2409890857" sldId="2147376261"/>
            <ac:picMk id="75" creationId="{3CC75CF4-E395-DBEC-9628-C82C97415635}"/>
          </ac:picMkLst>
        </pc:picChg>
        <pc:picChg chg="add del">
          <ac:chgData name="Loc Nguyen Xuan" userId="ef58cd0a-6f0d-4bab-b707-f638aa04c013" providerId="ADAL" clId="{BE8BB400-81C7-49E5-925D-01ED20EE0E07}" dt="2026-05-05T03:01:58.901" v="134" actId="22"/>
          <ac:picMkLst>
            <pc:docMk/>
            <pc:sldMk cId="2409890857" sldId="2147376261"/>
            <ac:picMk id="80" creationId="{75BAECF6-1224-AB3E-D118-9F98977A6B8C}"/>
          </ac:picMkLst>
        </pc:picChg>
        <pc:picChg chg="add del mod">
          <ac:chgData name="Loc Nguyen Xuan" userId="ef58cd0a-6f0d-4bab-b707-f638aa04c013" providerId="ADAL" clId="{BE8BB400-81C7-49E5-925D-01ED20EE0E07}" dt="2026-05-05T03:05:47.469" v="155" actId="478"/>
          <ac:picMkLst>
            <pc:docMk/>
            <pc:sldMk cId="2409890857" sldId="2147376261"/>
            <ac:picMk id="83" creationId="{6A855D96-609F-8BBF-B781-C104F984FDB5}"/>
          </ac:picMkLst>
        </pc:picChg>
        <pc:cxnChg chg="add mod">
          <ac:chgData name="Loc Nguyen Xuan" userId="ef58cd0a-6f0d-4bab-b707-f638aa04c013" providerId="ADAL" clId="{BE8BB400-81C7-49E5-925D-01ED20EE0E07}" dt="2026-05-05T03:01:34.509" v="127" actId="14100"/>
          <ac:cxnSpMkLst>
            <pc:docMk/>
            <pc:sldMk cId="2409890857" sldId="2147376261"/>
            <ac:cxnSpMk id="40" creationId="{8351D097-4DF8-258C-708A-9C82A219DC1C}"/>
          </ac:cxnSpMkLst>
        </pc:cxnChg>
        <pc:cxnChg chg="add mod">
          <ac:chgData name="Loc Nguyen Xuan" userId="ef58cd0a-6f0d-4bab-b707-f638aa04c013" providerId="ADAL" clId="{BE8BB400-81C7-49E5-925D-01ED20EE0E07}" dt="2026-05-05T02:58:26.431" v="78" actId="14100"/>
          <ac:cxnSpMkLst>
            <pc:docMk/>
            <pc:sldMk cId="2409890857" sldId="2147376261"/>
            <ac:cxnSpMk id="41" creationId="{0100CA4A-7405-BE5D-6760-F64F4702C824}"/>
          </ac:cxnSpMkLst>
        </pc:cxnChg>
        <pc:cxnChg chg="add mod">
          <ac:chgData name="Loc Nguyen Xuan" userId="ef58cd0a-6f0d-4bab-b707-f638aa04c013" providerId="ADAL" clId="{BE8BB400-81C7-49E5-925D-01ED20EE0E07}" dt="2026-05-05T02:59:48.920" v="103" actId="12788"/>
          <ac:cxnSpMkLst>
            <pc:docMk/>
            <pc:sldMk cId="2409890857" sldId="2147376261"/>
            <ac:cxnSpMk id="46" creationId="{15F64813-5901-F416-C141-DDCA67D8481F}"/>
          </ac:cxnSpMkLst>
        </pc:cxnChg>
        <pc:cxnChg chg="add mod">
          <ac:chgData name="Loc Nguyen Xuan" userId="ef58cd0a-6f0d-4bab-b707-f638aa04c013" providerId="ADAL" clId="{BE8BB400-81C7-49E5-925D-01ED20EE0E07}" dt="2026-05-05T02:58:36.225" v="84" actId="14100"/>
          <ac:cxnSpMkLst>
            <pc:docMk/>
            <pc:sldMk cId="2409890857" sldId="2147376261"/>
            <ac:cxnSpMk id="49" creationId="{9DCF3CCA-91D1-D1CE-4E62-5C248588C85A}"/>
          </ac:cxnSpMkLst>
        </pc:cxnChg>
        <pc:cxnChg chg="add mod">
          <ac:chgData name="Loc Nguyen Xuan" userId="ef58cd0a-6f0d-4bab-b707-f638aa04c013" providerId="ADAL" clId="{BE8BB400-81C7-49E5-925D-01ED20EE0E07}" dt="2026-05-05T03:00:01.624" v="105" actId="12789"/>
          <ac:cxnSpMkLst>
            <pc:docMk/>
            <pc:sldMk cId="2409890857" sldId="2147376261"/>
            <ac:cxnSpMk id="52" creationId="{708F3BF9-594F-162B-18A4-52B30BF8446F}"/>
          </ac:cxnSpMkLst>
        </pc:cxnChg>
        <pc:cxnChg chg="add mod">
          <ac:chgData name="Loc Nguyen Xuan" userId="ef58cd0a-6f0d-4bab-b707-f638aa04c013" providerId="ADAL" clId="{BE8BB400-81C7-49E5-925D-01ED20EE0E07}" dt="2026-05-05T02:58:48.589" v="90" actId="14100"/>
          <ac:cxnSpMkLst>
            <pc:docMk/>
            <pc:sldMk cId="2409890857" sldId="2147376261"/>
            <ac:cxnSpMk id="55" creationId="{8BD56ED9-0349-6F75-F68C-B5A884A64FDC}"/>
          </ac:cxnSpMkLst>
        </pc:cxnChg>
        <pc:cxnChg chg="add mod">
          <ac:chgData name="Loc Nguyen Xuan" userId="ef58cd0a-6f0d-4bab-b707-f638aa04c013" providerId="ADAL" clId="{BE8BB400-81C7-49E5-925D-01ED20EE0E07}" dt="2026-05-05T02:59:39.128" v="102" actId="12788"/>
          <ac:cxnSpMkLst>
            <pc:docMk/>
            <pc:sldMk cId="2409890857" sldId="2147376261"/>
            <ac:cxnSpMk id="58" creationId="{8B466ABD-62E7-680C-350E-C190F1859BB0}"/>
          </ac:cxnSpMkLst>
        </pc:cxnChg>
        <pc:cxnChg chg="add mod">
          <ac:chgData name="Loc Nguyen Xuan" userId="ef58cd0a-6f0d-4bab-b707-f638aa04c013" providerId="ADAL" clId="{BE8BB400-81C7-49E5-925D-01ED20EE0E07}" dt="2026-05-05T02:59:04.278" v="98" actId="14100"/>
          <ac:cxnSpMkLst>
            <pc:docMk/>
            <pc:sldMk cId="2409890857" sldId="2147376261"/>
            <ac:cxnSpMk id="63" creationId="{CCE890A5-1131-F25D-2207-DF2D6A846715}"/>
          </ac:cxnSpMkLst>
        </pc:cxnChg>
      </pc:sldChg>
      <pc:sldChg chg="addSp delSp modSp add mod">
        <pc:chgData name="Loc Nguyen Xuan" userId="ef58cd0a-6f0d-4bab-b707-f638aa04c013" providerId="ADAL" clId="{BE8BB400-81C7-49E5-925D-01ED20EE0E07}" dt="2026-05-05T03:38:13.211" v="761" actId="403"/>
        <pc:sldMkLst>
          <pc:docMk/>
          <pc:sldMk cId="1351751804" sldId="2147376262"/>
        </pc:sldMkLst>
        <pc:spChg chg="add mod">
          <ac:chgData name="Loc Nguyen Xuan" userId="ef58cd0a-6f0d-4bab-b707-f638aa04c013" providerId="ADAL" clId="{BE8BB400-81C7-49E5-925D-01ED20EE0E07}" dt="2026-05-05T03:24:35.447" v="375" actId="1076"/>
          <ac:spMkLst>
            <pc:docMk/>
            <pc:sldMk cId="1351751804" sldId="2147376262"/>
            <ac:spMk id="4" creationId="{3445CA66-02EC-4EB7-CA10-EB56159901CA}"/>
          </ac:spMkLst>
        </pc:spChg>
        <pc:spChg chg="mod">
          <ac:chgData name="Loc Nguyen Xuan" userId="ef58cd0a-6f0d-4bab-b707-f638aa04c013" providerId="ADAL" clId="{BE8BB400-81C7-49E5-925D-01ED20EE0E07}" dt="2026-05-05T03:06:57.546" v="163"/>
          <ac:spMkLst>
            <pc:docMk/>
            <pc:sldMk cId="1351751804" sldId="2147376262"/>
            <ac:spMk id="6" creationId="{2D069862-23E3-95CF-C162-B936B2F9C620}"/>
          </ac:spMkLst>
        </pc:spChg>
        <pc:spChg chg="mod">
          <ac:chgData name="Loc Nguyen Xuan" userId="ef58cd0a-6f0d-4bab-b707-f638aa04c013" providerId="ADAL" clId="{BE8BB400-81C7-49E5-925D-01ED20EE0E07}" dt="2026-05-05T03:24:35.447" v="375" actId="1076"/>
          <ac:spMkLst>
            <pc:docMk/>
            <pc:sldMk cId="1351751804" sldId="2147376262"/>
            <ac:spMk id="7" creationId="{CD5DCA30-B707-0DEA-2237-226914E21989}"/>
          </ac:spMkLst>
        </pc:spChg>
        <pc:spChg chg="add mod">
          <ac:chgData name="Loc Nguyen Xuan" userId="ef58cd0a-6f0d-4bab-b707-f638aa04c013" providerId="ADAL" clId="{BE8BB400-81C7-49E5-925D-01ED20EE0E07}" dt="2026-05-05T03:25:19.786" v="381" actId="14100"/>
          <ac:spMkLst>
            <pc:docMk/>
            <pc:sldMk cId="1351751804" sldId="2147376262"/>
            <ac:spMk id="8" creationId="{2CBAFE4E-DC76-481B-9A4D-8FB2F56AD20E}"/>
          </ac:spMkLst>
        </pc:spChg>
        <pc:spChg chg="mod">
          <ac:chgData name="Loc Nguyen Xuan" userId="ef58cd0a-6f0d-4bab-b707-f638aa04c013" providerId="ADAL" clId="{BE8BB400-81C7-49E5-925D-01ED20EE0E07}" dt="2026-05-05T03:24:06.475" v="370" actId="403"/>
          <ac:spMkLst>
            <pc:docMk/>
            <pc:sldMk cId="1351751804" sldId="2147376262"/>
            <ac:spMk id="11" creationId="{F300A9FD-AE99-87D2-1A0F-B7F669729C19}"/>
          </ac:spMkLst>
        </pc:spChg>
        <pc:spChg chg="del">
          <ac:chgData name="Loc Nguyen Xuan" userId="ef58cd0a-6f0d-4bab-b707-f638aa04c013" providerId="ADAL" clId="{BE8BB400-81C7-49E5-925D-01ED20EE0E07}" dt="2026-05-05T03:07:13.375" v="165" actId="478"/>
          <ac:spMkLst>
            <pc:docMk/>
            <pc:sldMk cId="1351751804" sldId="2147376262"/>
            <ac:spMk id="81" creationId="{FAB7589D-1B3D-63FF-A392-3E1D45827357}"/>
          </ac:spMkLst>
        </pc:spChg>
        <pc:spChg chg="del">
          <ac:chgData name="Loc Nguyen Xuan" userId="ef58cd0a-6f0d-4bab-b707-f638aa04c013" providerId="ADAL" clId="{BE8BB400-81C7-49E5-925D-01ED20EE0E07}" dt="2026-05-05T03:07:13.375" v="165" actId="478"/>
          <ac:spMkLst>
            <pc:docMk/>
            <pc:sldMk cId="1351751804" sldId="2147376262"/>
            <ac:spMk id="85" creationId="{46AAA0AC-5BE0-A970-5A0C-9984682767D6}"/>
          </ac:spMkLst>
        </pc:spChg>
        <pc:spChg chg="add mod">
          <ac:chgData name="Loc Nguyen Xuan" userId="ef58cd0a-6f0d-4bab-b707-f638aa04c013" providerId="ADAL" clId="{BE8BB400-81C7-49E5-925D-01ED20EE0E07}" dt="2026-05-05T03:24:35.447" v="375" actId="1076"/>
          <ac:spMkLst>
            <pc:docMk/>
            <pc:sldMk cId="1351751804" sldId="2147376262"/>
            <ac:spMk id="95" creationId="{F580C056-2ED3-4757-0A9A-C8ECD057B1CB}"/>
          </ac:spMkLst>
        </pc:spChg>
        <pc:spChg chg="add mod">
          <ac:chgData name="Loc Nguyen Xuan" userId="ef58cd0a-6f0d-4bab-b707-f638aa04c013" providerId="ADAL" clId="{BE8BB400-81C7-49E5-925D-01ED20EE0E07}" dt="2026-05-05T03:38:13.211" v="761" actId="403"/>
          <ac:spMkLst>
            <pc:docMk/>
            <pc:sldMk cId="1351751804" sldId="2147376262"/>
            <ac:spMk id="96" creationId="{E0495AE1-1B8E-C84A-AAF4-99281F7F758E}"/>
          </ac:spMkLst>
        </pc:spChg>
        <pc:spChg chg="add mod">
          <ac:chgData name="Loc Nguyen Xuan" userId="ef58cd0a-6f0d-4bab-b707-f638aa04c013" providerId="ADAL" clId="{BE8BB400-81C7-49E5-925D-01ED20EE0E07}" dt="2026-05-05T03:25:04.353" v="378" actId="1076"/>
          <ac:spMkLst>
            <pc:docMk/>
            <pc:sldMk cId="1351751804" sldId="2147376262"/>
            <ac:spMk id="98" creationId="{1B779BE3-D832-3702-F47B-81E739E8C219}"/>
          </ac:spMkLst>
        </pc:spChg>
        <pc:grpChg chg="del">
          <ac:chgData name="Loc Nguyen Xuan" userId="ef58cd0a-6f0d-4bab-b707-f638aa04c013" providerId="ADAL" clId="{BE8BB400-81C7-49E5-925D-01ED20EE0E07}" dt="2026-05-05T03:08:44.619" v="186" actId="478"/>
          <ac:grpSpMkLst>
            <pc:docMk/>
            <pc:sldMk cId="1351751804" sldId="2147376262"/>
            <ac:grpSpMk id="78" creationId="{54EBF33D-A01D-1E8F-DC2F-F88B36759968}"/>
          </ac:grpSpMkLst>
        </pc:grpChg>
        <pc:grpChg chg="mod">
          <ac:chgData name="Loc Nguyen Xuan" userId="ef58cd0a-6f0d-4bab-b707-f638aa04c013" providerId="ADAL" clId="{BE8BB400-81C7-49E5-925D-01ED20EE0E07}" dt="2026-05-05T03:22:18.672" v="360" actId="1076"/>
          <ac:grpSpMkLst>
            <pc:docMk/>
            <pc:sldMk cId="1351751804" sldId="2147376262"/>
            <ac:grpSpMk id="93" creationId="{8C807C58-150A-F667-75E4-FF166C738C2F}"/>
          </ac:grpSpMkLst>
        </pc:grpChg>
        <pc:graphicFrameChg chg="add mod">
          <ac:chgData name="Loc Nguyen Xuan" userId="ef58cd0a-6f0d-4bab-b707-f638aa04c013" providerId="ADAL" clId="{BE8BB400-81C7-49E5-925D-01ED20EE0E07}" dt="2026-05-05T03:09:12.898" v="187"/>
          <ac:graphicFrameMkLst>
            <pc:docMk/>
            <pc:sldMk cId="1351751804" sldId="2147376262"/>
            <ac:graphicFrameMk id="9" creationId="{001FB100-F246-996F-C9D8-272908C88A45}"/>
          </ac:graphicFrameMkLst>
        </pc:graphicFrameChg>
        <pc:picChg chg="add mod or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13" creationId="{65A1688F-81DE-BEFB-1B29-BE778E215966}"/>
          </ac:picMkLst>
        </pc:picChg>
        <pc:picChg chg="add del">
          <ac:chgData name="Loc Nguyen Xuan" userId="ef58cd0a-6f0d-4bab-b707-f638aa04c013" providerId="ADAL" clId="{BE8BB400-81C7-49E5-925D-01ED20EE0E07}" dt="2026-05-05T03:10:13.059" v="193" actId="22"/>
          <ac:picMkLst>
            <pc:docMk/>
            <pc:sldMk cId="1351751804" sldId="2147376262"/>
            <ac:picMk id="20" creationId="{9EDD6B78-400C-D9E6-9583-C7925B785B9D}"/>
          </ac:picMkLst>
        </pc:picChg>
        <pc:picChg chg="add del mod">
          <ac:chgData name="Loc Nguyen Xuan" userId="ef58cd0a-6f0d-4bab-b707-f638aa04c013" providerId="ADAL" clId="{BE8BB400-81C7-49E5-925D-01ED20EE0E07}" dt="2026-05-05T03:10:27.048" v="199" actId="478"/>
          <ac:picMkLst>
            <pc:docMk/>
            <pc:sldMk cId="1351751804" sldId="2147376262"/>
            <ac:picMk id="24" creationId="{7910B8A8-DA39-4F8B-EF7B-F166A19C31DE}"/>
          </ac:picMkLst>
        </pc:picChg>
        <pc:picChg chg="add mod or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26" creationId="{55DD618D-A74A-9AE2-AF9A-9A77C1F62AB0}"/>
          </ac:picMkLst>
        </pc:picChg>
        <pc:picChg chg="add del">
          <ac:chgData name="Loc Nguyen Xuan" userId="ef58cd0a-6f0d-4bab-b707-f638aa04c013" providerId="ADAL" clId="{BE8BB400-81C7-49E5-925D-01ED20EE0E07}" dt="2026-05-05T03:11:00.967" v="208" actId="22"/>
          <ac:picMkLst>
            <pc:docMk/>
            <pc:sldMk cId="1351751804" sldId="2147376262"/>
            <ac:picMk id="30" creationId="{79669169-2F50-6851-96B9-067D48E98B53}"/>
          </ac:picMkLst>
        </pc:picChg>
        <pc:picChg chg="add mod or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32" creationId="{577054A8-831D-226E-A4F6-921D336DD991}"/>
          </ac:picMkLst>
        </pc:picChg>
        <pc:picChg chg="add del">
          <ac:chgData name="Loc Nguyen Xuan" userId="ef58cd0a-6f0d-4bab-b707-f638aa04c013" providerId="ADAL" clId="{BE8BB400-81C7-49E5-925D-01ED20EE0E07}" dt="2026-05-05T03:11:31.957" v="215" actId="22"/>
          <ac:picMkLst>
            <pc:docMk/>
            <pc:sldMk cId="1351751804" sldId="2147376262"/>
            <ac:picMk id="34" creationId="{6836E1C9-2E98-CA65-AFBC-4EA5FCB023FD}"/>
          </ac:picMkLst>
        </pc:picChg>
        <pc:picChg chg="add del mod">
          <ac:chgData name="Loc Nguyen Xuan" userId="ef58cd0a-6f0d-4bab-b707-f638aa04c013" providerId="ADAL" clId="{BE8BB400-81C7-49E5-925D-01ED20EE0E07}" dt="2026-05-05T03:13:04.659" v="238" actId="478"/>
          <ac:picMkLst>
            <pc:docMk/>
            <pc:sldMk cId="1351751804" sldId="2147376262"/>
            <ac:picMk id="36" creationId="{A7305A1C-BC61-B59B-65F5-7D101996A9BF}"/>
          </ac:picMkLst>
        </pc:picChg>
        <pc:picChg chg="add mod ord">
          <ac:chgData name="Loc Nguyen Xuan" userId="ef58cd0a-6f0d-4bab-b707-f638aa04c013" providerId="ADAL" clId="{BE8BB400-81C7-49E5-925D-01ED20EE0E07}" dt="2026-05-05T03:16:16.278" v="303" actId="12789"/>
          <ac:picMkLst>
            <pc:docMk/>
            <pc:sldMk cId="1351751804" sldId="2147376262"/>
            <ac:picMk id="39" creationId="{22C5616C-2DFF-1811-CEB3-A7D9A7174498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42" creationId="{98BBBBF9-60D5-1F92-D083-A86E758BC6CD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43" creationId="{465F3710-9449-9485-5A2B-43C97530E7AC}"/>
          </ac:picMkLst>
        </pc:picChg>
        <pc:picChg chg="add mod or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44" creationId="{142BD932-12E7-54E3-6BE9-F7513DCD149A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45" creationId="{DE83F425-A940-D65C-EE43-8CD48F5BF8C3}"/>
          </ac:picMkLst>
        </pc:picChg>
        <pc:picChg chg="add del">
          <ac:chgData name="Loc Nguyen Xuan" userId="ef58cd0a-6f0d-4bab-b707-f638aa04c013" providerId="ADAL" clId="{BE8BB400-81C7-49E5-925D-01ED20EE0E07}" dt="2026-05-05T03:14:10.723" v="257" actId="22"/>
          <ac:picMkLst>
            <pc:docMk/>
            <pc:sldMk cId="1351751804" sldId="2147376262"/>
            <ac:picMk id="48" creationId="{7B194233-C34F-48FF-2C13-31294526F9B7}"/>
          </ac:picMkLst>
        </pc:picChg>
        <pc:picChg chg="add mod ord">
          <ac:chgData name="Loc Nguyen Xuan" userId="ef58cd0a-6f0d-4bab-b707-f638aa04c013" providerId="ADAL" clId="{BE8BB400-81C7-49E5-925D-01ED20EE0E07}" dt="2026-05-05T03:15:30.186" v="292" actId="166"/>
          <ac:picMkLst>
            <pc:docMk/>
            <pc:sldMk cId="1351751804" sldId="2147376262"/>
            <ac:picMk id="51" creationId="{87419BD0-8D9D-C0A8-D32E-60C472DDBF12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83" creationId="{FE1FE1C3-ED16-3F3E-81CB-82A80BBFBC2E}"/>
          </ac:picMkLst>
        </pc:picChg>
        <pc:picChg chg="add mod">
          <ac:chgData name="Loc Nguyen Xuan" userId="ef58cd0a-6f0d-4bab-b707-f638aa04c013" providerId="ADAL" clId="{BE8BB400-81C7-49E5-925D-01ED20EE0E07}" dt="2026-05-05T03:19:02.369" v="316" actId="1076"/>
          <ac:picMkLst>
            <pc:docMk/>
            <pc:sldMk cId="1351751804" sldId="2147376262"/>
            <ac:picMk id="86" creationId="{7653934E-8AF0-B493-2B8B-9BC8AD7A4C6E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88" creationId="{786A4598-43C0-09A9-36AA-1CBD42E658C4}"/>
          </ac:picMkLst>
        </pc:picChg>
        <pc:picChg chg="add del">
          <ac:chgData name="Loc Nguyen Xuan" userId="ef58cd0a-6f0d-4bab-b707-f638aa04c013" providerId="ADAL" clId="{BE8BB400-81C7-49E5-925D-01ED20EE0E07}" dt="2026-05-05T03:20:05.865" v="324" actId="22"/>
          <ac:picMkLst>
            <pc:docMk/>
            <pc:sldMk cId="1351751804" sldId="2147376262"/>
            <ac:picMk id="90" creationId="{02D84C59-F27E-835E-4E1B-6C81F995089F}"/>
          </ac:picMkLst>
        </pc:picChg>
        <pc:picChg chg="add mod">
          <ac:chgData name="Loc Nguyen Xuan" userId="ef58cd0a-6f0d-4bab-b707-f638aa04c013" providerId="ADAL" clId="{BE8BB400-81C7-49E5-925D-01ED20EE0E07}" dt="2026-05-05T03:20:24.407" v="331" actId="164"/>
          <ac:picMkLst>
            <pc:docMk/>
            <pc:sldMk cId="1351751804" sldId="2147376262"/>
            <ac:picMk id="92" creationId="{CFD92E7D-B255-3325-350D-35CF0962BEDA}"/>
          </ac:picMkLst>
        </pc:picChg>
        <pc:cxnChg chg="mod">
          <ac:chgData name="Loc Nguyen Xuan" userId="ef58cd0a-6f0d-4bab-b707-f638aa04c013" providerId="ADAL" clId="{BE8BB400-81C7-49E5-925D-01ED20EE0E07}" dt="2026-05-05T03:08:44.619" v="186" actId="478"/>
          <ac:cxnSpMkLst>
            <pc:docMk/>
            <pc:sldMk cId="1351751804" sldId="2147376262"/>
            <ac:cxnSpMk id="40" creationId="{90C9A6F2-2D9B-1014-5E7D-A154C3CA94CA}"/>
          </ac:cxnSpMkLst>
        </pc:cxnChg>
        <pc:cxnChg chg="mod">
          <ac:chgData name="Loc Nguyen Xuan" userId="ef58cd0a-6f0d-4bab-b707-f638aa04c013" providerId="ADAL" clId="{BE8BB400-81C7-49E5-925D-01ED20EE0E07}" dt="2026-05-05T03:08:44.619" v="186" actId="478"/>
          <ac:cxnSpMkLst>
            <pc:docMk/>
            <pc:sldMk cId="1351751804" sldId="2147376262"/>
            <ac:cxnSpMk id="46" creationId="{7211D21D-2DBC-87D3-4D78-19E4558EB751}"/>
          </ac:cxnSpMkLst>
        </pc:cxnChg>
        <pc:cxnChg chg="mod">
          <ac:chgData name="Loc Nguyen Xuan" userId="ef58cd0a-6f0d-4bab-b707-f638aa04c013" providerId="ADAL" clId="{BE8BB400-81C7-49E5-925D-01ED20EE0E07}" dt="2026-05-05T03:08:44.619" v="186" actId="478"/>
          <ac:cxnSpMkLst>
            <pc:docMk/>
            <pc:sldMk cId="1351751804" sldId="2147376262"/>
            <ac:cxnSpMk id="52" creationId="{4FD73D29-ABCA-51A1-8706-AB0F8BF35B2E}"/>
          </ac:cxnSpMkLst>
        </pc:cxnChg>
        <pc:cxnChg chg="add mod">
          <ac:chgData name="Loc Nguyen Xuan" userId="ef58cd0a-6f0d-4bab-b707-f638aa04c013" providerId="ADAL" clId="{BE8BB400-81C7-49E5-925D-01ED20EE0E07}" dt="2026-05-05T03:16:16.278" v="303" actId="12789"/>
          <ac:cxnSpMkLst>
            <pc:docMk/>
            <pc:sldMk cId="1351751804" sldId="2147376262"/>
            <ac:cxnSpMk id="54" creationId="{0F7BDDAD-4916-B5F5-C000-7F612B7F3567}"/>
          </ac:cxnSpMkLst>
        </pc:cxnChg>
        <pc:cxnChg chg="add mod">
          <ac:chgData name="Loc Nguyen Xuan" userId="ef58cd0a-6f0d-4bab-b707-f638aa04c013" providerId="ADAL" clId="{BE8BB400-81C7-49E5-925D-01ED20EE0E07}" dt="2026-05-05T03:16:12.611" v="302" actId="12789"/>
          <ac:cxnSpMkLst>
            <pc:docMk/>
            <pc:sldMk cId="1351751804" sldId="2147376262"/>
            <ac:cxnSpMk id="56" creationId="{9B95AEEC-9CA4-965E-D8DD-3222466EA0AE}"/>
          </ac:cxnSpMkLst>
        </pc:cxnChg>
        <pc:cxnChg chg="mod">
          <ac:chgData name="Loc Nguyen Xuan" userId="ef58cd0a-6f0d-4bab-b707-f638aa04c013" providerId="ADAL" clId="{BE8BB400-81C7-49E5-925D-01ED20EE0E07}" dt="2026-05-05T03:08:44.619" v="186" actId="478"/>
          <ac:cxnSpMkLst>
            <pc:docMk/>
            <pc:sldMk cId="1351751804" sldId="2147376262"/>
            <ac:cxnSpMk id="58" creationId="{E55A41D6-5FEA-9C8F-3F95-5C37272F6A64}"/>
          </ac:cxnSpMkLst>
        </pc:cxnChg>
        <pc:cxnChg chg="add mod">
          <ac:chgData name="Loc Nguyen Xuan" userId="ef58cd0a-6f0d-4bab-b707-f638aa04c013" providerId="ADAL" clId="{BE8BB400-81C7-49E5-925D-01ED20EE0E07}" dt="2026-05-05T03:15:10.462" v="284" actId="14100"/>
          <ac:cxnSpMkLst>
            <pc:docMk/>
            <pc:sldMk cId="1351751804" sldId="2147376262"/>
            <ac:cxnSpMk id="61" creationId="{FC03E722-107D-1FBE-CEC9-A390BA899CED}"/>
          </ac:cxnSpMkLst>
        </pc:cxnChg>
        <pc:cxnChg chg="add mod">
          <ac:chgData name="Loc Nguyen Xuan" userId="ef58cd0a-6f0d-4bab-b707-f638aa04c013" providerId="ADAL" clId="{BE8BB400-81C7-49E5-925D-01ED20EE0E07}" dt="2026-05-05T03:16:29.588" v="306" actId="14100"/>
          <ac:cxnSpMkLst>
            <pc:docMk/>
            <pc:sldMk cId="1351751804" sldId="2147376262"/>
            <ac:cxnSpMk id="66" creationId="{9C98A629-9BD3-AF0A-C856-47EB225FBAF0}"/>
          </ac:cxnSpMkLst>
        </pc:cxnChg>
        <pc:cxnChg chg="add mod">
          <ac:chgData name="Loc Nguyen Xuan" userId="ef58cd0a-6f0d-4bab-b707-f638aa04c013" providerId="ADAL" clId="{BE8BB400-81C7-49E5-925D-01ED20EE0E07}" dt="2026-05-05T03:16:16.278" v="303" actId="12789"/>
          <ac:cxnSpMkLst>
            <pc:docMk/>
            <pc:sldMk cId="1351751804" sldId="2147376262"/>
            <ac:cxnSpMk id="76" creationId="{4A6B9E8C-149A-CD91-5D05-1EBF312FB1B2}"/>
          </ac:cxnSpMkLst>
        </pc:cxnChg>
      </pc:sldChg>
      <pc:sldChg chg="addSp delSp modSp add mod">
        <pc:chgData name="Loc Nguyen Xuan" userId="ef58cd0a-6f0d-4bab-b707-f638aa04c013" providerId="ADAL" clId="{BE8BB400-81C7-49E5-925D-01ED20EE0E07}" dt="2026-05-05T04:13:41.288" v="1406" actId="1076"/>
        <pc:sldMkLst>
          <pc:docMk/>
          <pc:sldMk cId="2826127109" sldId="2147376263"/>
        </pc:sldMkLst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4" creationId="{22703466-9EFE-126D-3C4F-E2BB29C6492A}"/>
          </ac:spMkLst>
        </pc:spChg>
        <pc:spChg chg="mod">
          <ac:chgData name="Loc Nguyen Xuan" userId="ef58cd0a-6f0d-4bab-b707-f638aa04c013" providerId="ADAL" clId="{BE8BB400-81C7-49E5-925D-01ED20EE0E07}" dt="2026-05-05T04:05:50.285" v="1228" actId="2711"/>
          <ac:spMkLst>
            <pc:docMk/>
            <pc:sldMk cId="2826127109" sldId="2147376263"/>
            <ac:spMk id="6" creationId="{AABCF4AB-932C-2146-E5E8-4D8E5C9FE28F}"/>
          </ac:spMkLst>
        </pc:spChg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7" creationId="{5685CFB2-C1BA-6D6A-9319-AC0649AD59BB}"/>
          </ac:spMkLst>
        </pc:spChg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8" creationId="{9785772B-AD5C-E378-1000-A61967DB84FA}"/>
          </ac:spMkLst>
        </pc:spChg>
        <pc:spChg chg="add mod">
          <ac:chgData name="Loc Nguyen Xuan" userId="ef58cd0a-6f0d-4bab-b707-f638aa04c013" providerId="ADAL" clId="{BE8BB400-81C7-49E5-925D-01ED20EE0E07}" dt="2026-05-05T03:38:23.011" v="764" actId="1076"/>
          <ac:spMkLst>
            <pc:docMk/>
            <pc:sldMk cId="2826127109" sldId="2147376263"/>
            <ac:spMk id="9" creationId="{3DBBB292-EE83-1D3E-7C35-978FB13CDB0A}"/>
          </ac:spMkLst>
        </pc:spChg>
        <pc:spChg chg="del">
          <ac:chgData name="Loc Nguyen Xuan" userId="ef58cd0a-6f0d-4bab-b707-f638aa04c013" providerId="ADAL" clId="{BE8BB400-81C7-49E5-925D-01ED20EE0E07}" dt="2026-05-05T03:30:03.753" v="615" actId="478"/>
          <ac:spMkLst>
            <pc:docMk/>
            <pc:sldMk cId="2826127109" sldId="2147376263"/>
            <ac:spMk id="11" creationId="{836923E9-0282-8F3A-D1F9-8C4D82EDBBC5}"/>
          </ac:spMkLst>
        </pc:spChg>
        <pc:spChg chg="add mod">
          <ac:chgData name="Loc Nguyen Xuan" userId="ef58cd0a-6f0d-4bab-b707-f638aa04c013" providerId="ADAL" clId="{BE8BB400-81C7-49E5-925D-01ED20EE0E07}" dt="2026-05-05T04:09:42.717" v="1338" actId="207"/>
          <ac:spMkLst>
            <pc:docMk/>
            <pc:sldMk cId="2826127109" sldId="2147376263"/>
            <ac:spMk id="12" creationId="{DEDAE50B-956B-11B0-7FC8-37B814ADC7B2}"/>
          </ac:spMkLst>
        </pc:spChg>
        <pc:spChg chg="add mod">
          <ac:chgData name="Loc Nguyen Xuan" userId="ef58cd0a-6f0d-4bab-b707-f638aa04c013" providerId="ADAL" clId="{BE8BB400-81C7-49E5-925D-01ED20EE0E07}" dt="2026-05-05T04:13:41.288" v="1406" actId="1076"/>
          <ac:spMkLst>
            <pc:docMk/>
            <pc:sldMk cId="2826127109" sldId="2147376263"/>
            <ac:spMk id="16" creationId="{B4381CDB-7BA0-7BF6-6164-92FE826D3F2D}"/>
          </ac:spMkLst>
        </pc:spChg>
        <pc:spChg chg="add del mod">
          <ac:chgData name="Loc Nguyen Xuan" userId="ef58cd0a-6f0d-4bab-b707-f638aa04c013" providerId="ADAL" clId="{BE8BB400-81C7-49E5-925D-01ED20EE0E07}" dt="2026-05-05T03:41:03.642" v="920" actId="478"/>
          <ac:spMkLst>
            <pc:docMk/>
            <pc:sldMk cId="2826127109" sldId="2147376263"/>
            <ac:spMk id="17" creationId="{50B6332B-EFBA-A96B-C4BB-0FE4271AD6E5}"/>
          </ac:spMkLst>
        </pc:spChg>
        <pc:spChg chg="add mod">
          <ac:chgData name="Loc Nguyen Xuan" userId="ef58cd0a-6f0d-4bab-b707-f638aa04c013" providerId="ADAL" clId="{BE8BB400-81C7-49E5-925D-01ED20EE0E07}" dt="2026-05-05T03:40:33.886" v="913"/>
          <ac:spMkLst>
            <pc:docMk/>
            <pc:sldMk cId="2826127109" sldId="2147376263"/>
            <ac:spMk id="18" creationId="{D9E35CE4-1592-2C06-23B5-987ADAAAB7B7}"/>
          </ac:spMkLst>
        </pc:spChg>
        <pc:spChg chg="add mod ord">
          <ac:chgData name="Loc Nguyen Xuan" userId="ef58cd0a-6f0d-4bab-b707-f638aa04c013" providerId="ADAL" clId="{BE8BB400-81C7-49E5-925D-01ED20EE0E07}" dt="2026-05-05T04:09:45.981" v="1339" actId="207"/>
          <ac:spMkLst>
            <pc:docMk/>
            <pc:sldMk cId="2826127109" sldId="2147376263"/>
            <ac:spMk id="19" creationId="{0A0800C2-8B8A-173A-2685-95FC3837E6DD}"/>
          </ac:spMkLst>
        </pc:spChg>
        <pc:spChg chg="add mod">
          <ac:chgData name="Loc Nguyen Xuan" userId="ef58cd0a-6f0d-4bab-b707-f638aa04c013" providerId="ADAL" clId="{BE8BB400-81C7-49E5-925D-01ED20EE0E07}" dt="2026-05-05T04:08:31.604" v="1324" actId="1076"/>
          <ac:spMkLst>
            <pc:docMk/>
            <pc:sldMk cId="2826127109" sldId="2147376263"/>
            <ac:spMk id="20" creationId="{83697CF1-5B4C-66FB-F995-D8C7D6392DFA}"/>
          </ac:spMkLst>
        </pc:spChg>
        <pc:spChg chg="add mod ord">
          <ac:chgData name="Loc Nguyen Xuan" userId="ef58cd0a-6f0d-4bab-b707-f638aa04c013" providerId="ADAL" clId="{BE8BB400-81C7-49E5-925D-01ED20EE0E07}" dt="2026-05-05T04:08:31.604" v="1324" actId="1076"/>
          <ac:spMkLst>
            <pc:docMk/>
            <pc:sldMk cId="2826127109" sldId="2147376263"/>
            <ac:spMk id="21" creationId="{995AEC48-E394-4B49-1A0D-20A5655E978E}"/>
          </ac:spMkLst>
        </pc:spChg>
        <pc:spChg chg="add mod">
          <ac:chgData name="Loc Nguyen Xuan" userId="ef58cd0a-6f0d-4bab-b707-f638aa04c013" providerId="ADAL" clId="{BE8BB400-81C7-49E5-925D-01ED20EE0E07}" dt="2026-05-05T04:08:13.621" v="1317" actId="14100"/>
          <ac:spMkLst>
            <pc:docMk/>
            <pc:sldMk cId="2826127109" sldId="2147376263"/>
            <ac:spMk id="22" creationId="{CD09B008-4847-EB34-4E37-99C45A44779A}"/>
          </ac:spMkLst>
        </pc:spChg>
        <pc:spChg chg="add mod">
          <ac:chgData name="Loc Nguyen Xuan" userId="ef58cd0a-6f0d-4bab-b707-f638aa04c013" providerId="ADAL" clId="{BE8BB400-81C7-49E5-925D-01ED20EE0E07}" dt="2026-05-05T04:02:53.316" v="1147" actId="1036"/>
          <ac:spMkLst>
            <pc:docMk/>
            <pc:sldMk cId="2826127109" sldId="2147376263"/>
            <ac:spMk id="23" creationId="{BF0D284E-4CD2-2B2A-6FCC-180A41F218A7}"/>
          </ac:spMkLst>
        </pc:spChg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95" creationId="{E42759C4-C901-1F07-B337-F68AB9CD3959}"/>
          </ac:spMkLst>
        </pc:spChg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96" creationId="{E837AE38-5825-615F-D6C7-4C2BEB5CACC8}"/>
          </ac:spMkLst>
        </pc:spChg>
        <pc:spChg chg="del">
          <ac:chgData name="Loc Nguyen Xuan" userId="ef58cd0a-6f0d-4bab-b707-f638aa04c013" providerId="ADAL" clId="{BE8BB400-81C7-49E5-925D-01ED20EE0E07}" dt="2026-05-05T03:30:01.555" v="614" actId="478"/>
          <ac:spMkLst>
            <pc:docMk/>
            <pc:sldMk cId="2826127109" sldId="2147376263"/>
            <ac:spMk id="98" creationId="{786AC75D-F7C8-215A-2A4B-57D4A8BB5F02}"/>
          </ac:spMkLst>
        </pc:spChg>
        <pc:grpChg chg="del">
          <ac:chgData name="Loc Nguyen Xuan" userId="ef58cd0a-6f0d-4bab-b707-f638aa04c013" providerId="ADAL" clId="{BE8BB400-81C7-49E5-925D-01ED20EE0E07}" dt="2026-05-05T03:30:01.555" v="614" actId="478"/>
          <ac:grpSpMkLst>
            <pc:docMk/>
            <pc:sldMk cId="2826127109" sldId="2147376263"/>
            <ac:grpSpMk id="93" creationId="{AF5D0F50-0C6B-80A7-3F39-C54BB43E96CA}"/>
          </ac:grpSpMkLst>
        </pc:grpChg>
        <pc:graphicFrameChg chg="add mod">
          <ac:chgData name="Loc Nguyen Xuan" userId="ef58cd0a-6f0d-4bab-b707-f638aa04c013" providerId="ADAL" clId="{BE8BB400-81C7-49E5-925D-01ED20EE0E07}" dt="2026-05-05T03:29:54.811" v="612"/>
          <ac:graphicFrameMkLst>
            <pc:docMk/>
            <pc:sldMk cId="2826127109" sldId="2147376263"/>
            <ac:graphicFrameMk id="3" creationId="{9E6DDA22-2F1B-C8C5-A10A-4204E3ED464F}"/>
          </ac:graphicFrameMkLst>
        </pc:graphicFrameChg>
        <pc:graphicFrameChg chg="add del mod modGraphic">
          <ac:chgData name="Loc Nguyen Xuan" userId="ef58cd0a-6f0d-4bab-b707-f638aa04c013" providerId="ADAL" clId="{BE8BB400-81C7-49E5-925D-01ED20EE0E07}" dt="2026-05-05T03:31:38.472" v="642" actId="478"/>
          <ac:graphicFrameMkLst>
            <pc:docMk/>
            <pc:sldMk cId="2826127109" sldId="2147376263"/>
            <ac:graphicFrameMk id="14" creationId="{78271B93-ECF6-0027-CB46-29D5E88DE6CF}"/>
          </ac:graphicFrameMkLst>
        </pc:graphicFrameChg>
        <pc:cxnChg chg="mod">
          <ac:chgData name="Loc Nguyen Xuan" userId="ef58cd0a-6f0d-4bab-b707-f638aa04c013" providerId="ADAL" clId="{BE8BB400-81C7-49E5-925D-01ED20EE0E07}" dt="2026-05-05T03:30:01.555" v="614" actId="478"/>
          <ac:cxnSpMkLst>
            <pc:docMk/>
            <pc:sldMk cId="2826127109" sldId="2147376263"/>
            <ac:cxnSpMk id="54" creationId="{11A8BF38-5A95-3582-3CD1-2A11FC3AC856}"/>
          </ac:cxnSpMkLst>
        </pc:cxnChg>
        <pc:cxnChg chg="mod">
          <ac:chgData name="Loc Nguyen Xuan" userId="ef58cd0a-6f0d-4bab-b707-f638aa04c013" providerId="ADAL" clId="{BE8BB400-81C7-49E5-925D-01ED20EE0E07}" dt="2026-05-05T03:30:01.555" v="614" actId="478"/>
          <ac:cxnSpMkLst>
            <pc:docMk/>
            <pc:sldMk cId="2826127109" sldId="2147376263"/>
            <ac:cxnSpMk id="56" creationId="{EC1F4605-14E1-24B4-D140-AA9CC6B20124}"/>
          </ac:cxnSpMkLst>
        </pc:cxnChg>
        <pc:cxnChg chg="mod">
          <ac:chgData name="Loc Nguyen Xuan" userId="ef58cd0a-6f0d-4bab-b707-f638aa04c013" providerId="ADAL" clId="{BE8BB400-81C7-49E5-925D-01ED20EE0E07}" dt="2026-05-05T03:30:01.555" v="614" actId="478"/>
          <ac:cxnSpMkLst>
            <pc:docMk/>
            <pc:sldMk cId="2826127109" sldId="2147376263"/>
            <ac:cxnSpMk id="76" creationId="{273DC222-BFC2-5DA8-6B59-BDB6EC1AA5F0}"/>
          </ac:cxnSpMkLst>
        </pc:cxnChg>
      </pc:sldChg>
      <pc:sldChg chg="addSp delSp modSp add mod">
        <pc:chgData name="Loc Nguyen Xuan" userId="ef58cd0a-6f0d-4bab-b707-f638aa04c013" providerId="ADAL" clId="{BE8BB400-81C7-49E5-925D-01ED20EE0E07}" dt="2026-05-05T04:18:27.074" v="1489" actId="1076"/>
        <pc:sldMkLst>
          <pc:docMk/>
          <pc:sldMk cId="3428268400" sldId="2147376264"/>
        </pc:sldMkLst>
        <pc:spChg chg="add del mod">
          <ac:chgData name="Loc Nguyen Xuan" userId="ef58cd0a-6f0d-4bab-b707-f638aa04c013" providerId="ADAL" clId="{BE8BB400-81C7-49E5-925D-01ED20EE0E07}" dt="2026-05-05T03:58:25.476" v="1117" actId="478"/>
          <ac:spMkLst>
            <pc:docMk/>
            <pc:sldMk cId="3428268400" sldId="2147376264"/>
            <ac:spMk id="3" creationId="{D20F3496-D347-C319-703D-100E1E37EFF1}"/>
          </ac:spMkLst>
        </pc:spChg>
        <pc:spChg chg="add del mod">
          <ac:chgData name="Loc Nguyen Xuan" userId="ef58cd0a-6f0d-4bab-b707-f638aa04c013" providerId="ADAL" clId="{BE8BB400-81C7-49E5-925D-01ED20EE0E07}" dt="2026-05-05T03:58:24.871" v="1116" actId="478"/>
          <ac:spMkLst>
            <pc:docMk/>
            <pc:sldMk cId="3428268400" sldId="2147376264"/>
            <ac:spMk id="4" creationId="{57D588CB-D922-BF33-A2E2-CBD593A9B3AC}"/>
          </ac:spMkLst>
        </pc:spChg>
        <pc:spChg chg="add del mod">
          <ac:chgData name="Loc Nguyen Xuan" userId="ef58cd0a-6f0d-4bab-b707-f638aa04c013" providerId="ADAL" clId="{BE8BB400-81C7-49E5-925D-01ED20EE0E07}" dt="2026-05-05T03:58:21.998" v="1113" actId="478"/>
          <ac:spMkLst>
            <pc:docMk/>
            <pc:sldMk cId="3428268400" sldId="2147376264"/>
            <ac:spMk id="5" creationId="{647EC409-2103-433B-8570-E79EE190186D}"/>
          </ac:spMkLst>
        </pc:spChg>
        <pc:spChg chg="mod">
          <ac:chgData name="Loc Nguyen Xuan" userId="ef58cd0a-6f0d-4bab-b707-f638aa04c013" providerId="ADAL" clId="{BE8BB400-81C7-49E5-925D-01ED20EE0E07}" dt="2026-05-05T04:10:24.526" v="1341" actId="403"/>
          <ac:spMkLst>
            <pc:docMk/>
            <pc:sldMk cId="3428268400" sldId="2147376264"/>
            <ac:spMk id="6" creationId="{AE8172E6-C315-9B39-B969-78A64EEAC2BB}"/>
          </ac:spMkLst>
        </pc:spChg>
        <pc:spChg chg="add mod">
          <ac:chgData name="Loc Nguyen Xuan" userId="ef58cd0a-6f0d-4bab-b707-f638aa04c013" providerId="ADAL" clId="{BE8BB400-81C7-49E5-925D-01ED20EE0E07}" dt="2026-05-05T03:58:07.583" v="1108"/>
          <ac:spMkLst>
            <pc:docMk/>
            <pc:sldMk cId="3428268400" sldId="2147376264"/>
            <ac:spMk id="7" creationId="{D8A2D12E-AE53-7A9D-9587-5AF51990E945}"/>
          </ac:spMkLst>
        </pc:spChg>
        <pc:spChg chg="add mod">
          <ac:chgData name="Loc Nguyen Xuan" userId="ef58cd0a-6f0d-4bab-b707-f638aa04c013" providerId="ADAL" clId="{BE8BB400-81C7-49E5-925D-01ED20EE0E07}" dt="2026-05-05T03:58:07.583" v="1108"/>
          <ac:spMkLst>
            <pc:docMk/>
            <pc:sldMk cId="3428268400" sldId="2147376264"/>
            <ac:spMk id="8" creationId="{8C9424F6-8F56-C598-F4B5-305E94A7CA13}"/>
          </ac:spMkLst>
        </pc:spChg>
        <pc:spChg chg="mod">
          <ac:chgData name="Loc Nguyen Xuan" userId="ef58cd0a-6f0d-4bab-b707-f638aa04c013" providerId="ADAL" clId="{BE8BB400-81C7-49E5-925D-01ED20EE0E07}" dt="2026-05-05T03:32:16.551" v="654"/>
          <ac:spMkLst>
            <pc:docMk/>
            <pc:sldMk cId="3428268400" sldId="2147376264"/>
            <ac:spMk id="9" creationId="{87500C31-4268-590C-E62D-B5478E87B13A}"/>
          </ac:spMkLst>
        </pc:spChg>
        <pc:spChg chg="add mod">
          <ac:chgData name="Loc Nguyen Xuan" userId="ef58cd0a-6f0d-4bab-b707-f638aa04c013" providerId="ADAL" clId="{BE8BB400-81C7-49E5-925D-01ED20EE0E07}" dt="2026-05-05T03:58:07.583" v="1108"/>
          <ac:spMkLst>
            <pc:docMk/>
            <pc:sldMk cId="3428268400" sldId="2147376264"/>
            <ac:spMk id="10" creationId="{5A76211C-42A8-F49C-4901-6A8A00469AD0}"/>
          </ac:spMkLst>
        </pc:spChg>
        <pc:spChg chg="add mod">
          <ac:chgData name="Loc Nguyen Xuan" userId="ef58cd0a-6f0d-4bab-b707-f638aa04c013" providerId="ADAL" clId="{BE8BB400-81C7-49E5-925D-01ED20EE0E07}" dt="2026-05-05T03:58:07.583" v="1108"/>
          <ac:spMkLst>
            <pc:docMk/>
            <pc:sldMk cId="3428268400" sldId="2147376264"/>
            <ac:spMk id="11" creationId="{D8592E50-8943-B439-42AB-F7C2372339CE}"/>
          </ac:spMkLst>
        </pc:spChg>
        <pc:spChg chg="add del mod ord">
          <ac:chgData name="Loc Nguyen Xuan" userId="ef58cd0a-6f0d-4bab-b707-f638aa04c013" providerId="ADAL" clId="{BE8BB400-81C7-49E5-925D-01ED20EE0E07}" dt="2026-05-05T04:09:49.517" v="1340" actId="207"/>
          <ac:spMkLst>
            <pc:docMk/>
            <pc:sldMk cId="3428268400" sldId="2147376264"/>
            <ac:spMk id="12" creationId="{27412A91-22A4-A27A-52BA-18A126580FA2}"/>
          </ac:spMkLst>
        </pc:spChg>
        <pc:spChg chg="add mod">
          <ac:chgData name="Loc Nguyen Xuan" userId="ef58cd0a-6f0d-4bab-b707-f638aa04c013" providerId="ADAL" clId="{BE8BB400-81C7-49E5-925D-01ED20EE0E07}" dt="2026-05-05T03:58:07.583" v="1108"/>
          <ac:spMkLst>
            <pc:docMk/>
            <pc:sldMk cId="3428268400" sldId="2147376264"/>
            <ac:spMk id="13" creationId="{A63871BA-2936-7A45-A911-401D6A903643}"/>
          </ac:spMkLst>
        </pc:spChg>
        <pc:spChg chg="add mod ord">
          <ac:chgData name="Loc Nguyen Xuan" userId="ef58cd0a-6f0d-4bab-b707-f638aa04c013" providerId="ADAL" clId="{BE8BB400-81C7-49E5-925D-01ED20EE0E07}" dt="2026-05-05T04:02:58.485" v="1156" actId="1036"/>
          <ac:spMkLst>
            <pc:docMk/>
            <pc:sldMk cId="3428268400" sldId="2147376264"/>
            <ac:spMk id="14" creationId="{A51287C4-8DFD-3D39-8F8B-6798104DB1F6}"/>
          </ac:spMkLst>
        </pc:spChg>
        <pc:spChg chg="add mod ord">
          <ac:chgData name="Loc Nguyen Xuan" userId="ef58cd0a-6f0d-4bab-b707-f638aa04c013" providerId="ADAL" clId="{BE8BB400-81C7-49E5-925D-01ED20EE0E07}" dt="2026-05-05T04:09:39.609" v="1337" actId="207"/>
          <ac:spMkLst>
            <pc:docMk/>
            <pc:sldMk cId="3428268400" sldId="2147376264"/>
            <ac:spMk id="15" creationId="{F40A3EF9-CD33-ABF9-32AC-E90AB97AD31C}"/>
          </ac:spMkLst>
        </pc:spChg>
        <pc:spChg chg="mod ord">
          <ac:chgData name="Loc Nguyen Xuan" userId="ef58cd0a-6f0d-4bab-b707-f638aa04c013" providerId="ADAL" clId="{BE8BB400-81C7-49E5-925D-01ED20EE0E07}" dt="2026-05-05T04:02:58.485" v="1156" actId="1036"/>
          <ac:spMkLst>
            <pc:docMk/>
            <pc:sldMk cId="3428268400" sldId="2147376264"/>
            <ac:spMk id="16" creationId="{EA414B02-97B6-B77C-B032-2230AD1C3385}"/>
          </ac:spMkLst>
        </pc:spChg>
        <pc:spChg chg="add mod ord">
          <ac:chgData name="Loc Nguyen Xuan" userId="ef58cd0a-6f0d-4bab-b707-f638aa04c013" providerId="ADAL" clId="{BE8BB400-81C7-49E5-925D-01ED20EE0E07}" dt="2026-05-05T04:18:27.074" v="1489" actId="1076"/>
          <ac:spMkLst>
            <pc:docMk/>
            <pc:sldMk cId="3428268400" sldId="2147376264"/>
            <ac:spMk id="17" creationId="{F44CE7F0-FCB5-6BBE-FDFF-8DDF3676CAE2}"/>
          </ac:spMkLst>
        </pc:spChg>
        <pc:spChg chg="add mod ord">
          <ac:chgData name="Loc Nguyen Xuan" userId="ef58cd0a-6f0d-4bab-b707-f638aa04c013" providerId="ADAL" clId="{BE8BB400-81C7-49E5-925D-01ED20EE0E07}" dt="2026-05-05T04:08:37.330" v="1325" actId="14100"/>
          <ac:spMkLst>
            <pc:docMk/>
            <pc:sldMk cId="3428268400" sldId="2147376264"/>
            <ac:spMk id="18" creationId="{61D3C785-678F-A2C1-1079-B097564F517E}"/>
          </ac:spMkLst>
        </pc:spChg>
        <pc:spChg chg="add mod ord">
          <ac:chgData name="Loc Nguyen Xuan" userId="ef58cd0a-6f0d-4bab-b707-f638aa04c013" providerId="ADAL" clId="{BE8BB400-81C7-49E5-925D-01ED20EE0E07}" dt="2026-05-05T04:02:58.485" v="1156" actId="1036"/>
          <ac:spMkLst>
            <pc:docMk/>
            <pc:sldMk cId="3428268400" sldId="2147376264"/>
            <ac:spMk id="19" creationId="{8BA03FB8-4E0F-86C6-7332-93C5D34B4A67}"/>
          </ac:spMkLst>
        </pc:spChg>
      </pc:sldChg>
      <pc:sldChg chg="addSp delSp modSp add mod">
        <pc:chgData name="Loc Nguyen Xuan" userId="ef58cd0a-6f0d-4bab-b707-f638aa04c013" providerId="ADAL" clId="{BE8BB400-81C7-49E5-925D-01ED20EE0E07}" dt="2026-05-05T04:15:40.135" v="1488" actId="20577"/>
        <pc:sldMkLst>
          <pc:docMk/>
          <pc:sldMk cId="2836081790" sldId="2147376265"/>
        </pc:sldMkLst>
        <pc:spChg chg="add del mod ord">
          <ac:chgData name="Loc Nguyen Xuan" userId="ef58cd0a-6f0d-4bab-b707-f638aa04c013" providerId="ADAL" clId="{BE8BB400-81C7-49E5-925D-01ED20EE0E07}" dt="2026-05-05T03:58:36.296" v="1122" actId="478"/>
          <ac:spMkLst>
            <pc:docMk/>
            <pc:sldMk cId="2836081790" sldId="2147376265"/>
            <ac:spMk id="3" creationId="{85000070-8911-68B2-A543-A74706815D78}"/>
          </ac:spMkLst>
        </pc:spChg>
        <pc:spChg chg="add del mod ord">
          <ac:chgData name="Loc Nguyen Xuan" userId="ef58cd0a-6f0d-4bab-b707-f638aa04c013" providerId="ADAL" clId="{BE8BB400-81C7-49E5-925D-01ED20EE0E07}" dt="2026-05-05T03:58:35.245" v="1121" actId="478"/>
          <ac:spMkLst>
            <pc:docMk/>
            <pc:sldMk cId="2836081790" sldId="2147376265"/>
            <ac:spMk id="4" creationId="{4B3FB928-2E0D-E206-27D0-9826EF44736F}"/>
          </ac:spMkLst>
        </pc:spChg>
        <pc:spChg chg="add del mod ord">
          <ac:chgData name="Loc Nguyen Xuan" userId="ef58cd0a-6f0d-4bab-b707-f638aa04c013" providerId="ADAL" clId="{BE8BB400-81C7-49E5-925D-01ED20EE0E07}" dt="2026-05-05T03:58:34.151" v="1120" actId="478"/>
          <ac:spMkLst>
            <pc:docMk/>
            <pc:sldMk cId="2836081790" sldId="2147376265"/>
            <ac:spMk id="5" creationId="{29C39576-145F-09FC-5794-971159910087}"/>
          </ac:spMkLst>
        </pc:spChg>
        <pc:spChg chg="mod">
          <ac:chgData name="Loc Nguyen Xuan" userId="ef58cd0a-6f0d-4bab-b707-f638aa04c013" providerId="ADAL" clId="{BE8BB400-81C7-49E5-925D-01ED20EE0E07}" dt="2026-05-05T04:05:58.233" v="1230" actId="2711"/>
          <ac:spMkLst>
            <pc:docMk/>
            <pc:sldMk cId="2836081790" sldId="2147376265"/>
            <ac:spMk id="6" creationId="{45B66A40-3054-5F9A-E4C1-00FB522F76CA}"/>
          </ac:spMkLst>
        </pc:spChg>
        <pc:spChg chg="add mod ord">
          <ac:chgData name="Loc Nguyen Xuan" userId="ef58cd0a-6f0d-4bab-b707-f638aa04c013" providerId="ADAL" clId="{BE8BB400-81C7-49E5-925D-01ED20EE0E07}" dt="2026-05-05T04:03:05.273" v="1166" actId="1036"/>
          <ac:spMkLst>
            <pc:docMk/>
            <pc:sldMk cId="2836081790" sldId="2147376265"/>
            <ac:spMk id="7" creationId="{68E69AFD-B08F-DD1E-883F-8F74C03A5DBC}"/>
          </ac:spMkLst>
        </pc:spChg>
        <pc:spChg chg="add mod ord">
          <ac:chgData name="Loc Nguyen Xuan" userId="ef58cd0a-6f0d-4bab-b707-f638aa04c013" providerId="ADAL" clId="{BE8BB400-81C7-49E5-925D-01ED20EE0E07}" dt="2026-05-05T04:09:28.880" v="1335" actId="207"/>
          <ac:spMkLst>
            <pc:docMk/>
            <pc:sldMk cId="2836081790" sldId="2147376265"/>
            <ac:spMk id="8" creationId="{BEB4682B-45FB-8AE3-3D8D-68F0FC26C322}"/>
          </ac:spMkLst>
        </pc:spChg>
        <pc:spChg chg="mod">
          <ac:chgData name="Loc Nguyen Xuan" userId="ef58cd0a-6f0d-4bab-b707-f638aa04c013" providerId="ADAL" clId="{BE8BB400-81C7-49E5-925D-01ED20EE0E07}" dt="2026-05-05T03:33:25.423" v="673"/>
          <ac:spMkLst>
            <pc:docMk/>
            <pc:sldMk cId="2836081790" sldId="2147376265"/>
            <ac:spMk id="9" creationId="{0BEE596B-63B3-6B00-9B27-74D05F884568}"/>
          </ac:spMkLst>
        </pc:spChg>
        <pc:spChg chg="add mod ord">
          <ac:chgData name="Loc Nguyen Xuan" userId="ef58cd0a-6f0d-4bab-b707-f638aa04c013" providerId="ADAL" clId="{BE8BB400-81C7-49E5-925D-01ED20EE0E07}" dt="2026-05-05T04:03:05.273" v="1166" actId="1036"/>
          <ac:spMkLst>
            <pc:docMk/>
            <pc:sldMk cId="2836081790" sldId="2147376265"/>
            <ac:spMk id="10" creationId="{1E659EA8-3E68-0D8A-4537-5AF01EB37123}"/>
          </ac:spMkLst>
        </pc:spChg>
        <pc:spChg chg="add mod ord">
          <ac:chgData name="Loc Nguyen Xuan" userId="ef58cd0a-6f0d-4bab-b707-f638aa04c013" providerId="ADAL" clId="{BE8BB400-81C7-49E5-925D-01ED20EE0E07}" dt="2026-05-05T04:08:56.795" v="1332" actId="14100"/>
          <ac:spMkLst>
            <pc:docMk/>
            <pc:sldMk cId="2836081790" sldId="2147376265"/>
            <ac:spMk id="11" creationId="{DB128F4B-C535-F54E-C7E6-429D44F5F939}"/>
          </ac:spMkLst>
        </pc:spChg>
        <pc:spChg chg="mod">
          <ac:chgData name="Loc Nguyen Xuan" userId="ef58cd0a-6f0d-4bab-b707-f638aa04c013" providerId="ADAL" clId="{BE8BB400-81C7-49E5-925D-01ED20EE0E07}" dt="2026-05-05T04:09:31.553" v="1336" actId="207"/>
          <ac:spMkLst>
            <pc:docMk/>
            <pc:sldMk cId="2836081790" sldId="2147376265"/>
            <ac:spMk id="12" creationId="{A0B8B979-E5DE-EAB4-F20F-3E4F70BE4FE5}"/>
          </ac:spMkLst>
        </pc:spChg>
        <pc:spChg chg="add mod ord">
          <ac:chgData name="Loc Nguyen Xuan" userId="ef58cd0a-6f0d-4bab-b707-f638aa04c013" providerId="ADAL" clId="{BE8BB400-81C7-49E5-925D-01ED20EE0E07}" dt="2026-05-05T04:03:05.273" v="1166" actId="1036"/>
          <ac:spMkLst>
            <pc:docMk/>
            <pc:sldMk cId="2836081790" sldId="2147376265"/>
            <ac:spMk id="13" creationId="{C878CDCE-14FB-AF1F-6410-E5D51BDB8CAA}"/>
          </ac:spMkLst>
        </pc:spChg>
        <pc:spChg chg="mod">
          <ac:chgData name="Loc Nguyen Xuan" userId="ef58cd0a-6f0d-4bab-b707-f638aa04c013" providerId="ADAL" clId="{BE8BB400-81C7-49E5-925D-01ED20EE0E07}" dt="2026-05-05T04:15:40.135" v="1488" actId="20577"/>
          <ac:spMkLst>
            <pc:docMk/>
            <pc:sldMk cId="2836081790" sldId="2147376265"/>
            <ac:spMk id="16" creationId="{022648B2-AC02-A32C-8578-5CA7697A99C4}"/>
          </ac:spMkLst>
        </pc:spChg>
      </pc:sldChg>
      <pc:sldChg chg="addSp delSp modSp add mod">
        <pc:chgData name="Loc Nguyen Xuan" userId="ef58cd0a-6f0d-4bab-b707-f638aa04c013" providerId="ADAL" clId="{BE8BB400-81C7-49E5-925D-01ED20EE0E07}" dt="2026-05-05T04:07:59.677" v="1316" actId="403"/>
        <pc:sldMkLst>
          <pc:docMk/>
          <pc:sldMk cId="202130653" sldId="2147376266"/>
        </pc:sldMkLst>
        <pc:spChg chg="del">
          <ac:chgData name="Loc Nguyen Xuan" userId="ef58cd0a-6f0d-4bab-b707-f638aa04c013" providerId="ADAL" clId="{BE8BB400-81C7-49E5-925D-01ED20EE0E07}" dt="2026-05-05T03:35:23.329" v="711" actId="478"/>
          <ac:spMkLst>
            <pc:docMk/>
            <pc:sldMk cId="202130653" sldId="2147376266"/>
            <ac:spMk id="2" creationId="{21944878-D390-E971-9F90-47480605A2C1}"/>
          </ac:spMkLst>
        </pc:spChg>
        <pc:spChg chg="del">
          <ac:chgData name="Loc Nguyen Xuan" userId="ef58cd0a-6f0d-4bab-b707-f638aa04c013" providerId="ADAL" clId="{BE8BB400-81C7-49E5-925D-01ED20EE0E07}" dt="2026-05-05T03:35:23.329" v="711" actId="478"/>
          <ac:spMkLst>
            <pc:docMk/>
            <pc:sldMk cId="202130653" sldId="2147376266"/>
            <ac:spMk id="6" creationId="{BCC6981C-D9DE-33A7-55C2-F4CD9F9E6986}"/>
          </ac:spMkLst>
        </pc:spChg>
        <pc:spChg chg="add mod">
          <ac:chgData name="Loc Nguyen Xuan" userId="ef58cd0a-6f0d-4bab-b707-f638aa04c013" providerId="ADAL" clId="{BE8BB400-81C7-49E5-925D-01ED20EE0E07}" dt="2026-05-05T03:37:17.074" v="744"/>
          <ac:spMkLst>
            <pc:docMk/>
            <pc:sldMk cId="202130653" sldId="2147376266"/>
            <ac:spMk id="7" creationId="{33C0EEDE-155C-4459-1F04-0F36FE055BFE}"/>
          </ac:spMkLst>
        </pc:spChg>
        <pc:spChg chg="del">
          <ac:chgData name="Loc Nguyen Xuan" userId="ef58cd0a-6f0d-4bab-b707-f638aa04c013" providerId="ADAL" clId="{BE8BB400-81C7-49E5-925D-01ED20EE0E07}" dt="2026-05-05T03:35:06.997" v="708" actId="478"/>
          <ac:spMkLst>
            <pc:docMk/>
            <pc:sldMk cId="202130653" sldId="2147376266"/>
            <ac:spMk id="9" creationId="{EE75EEC6-FDA1-6A6A-EF52-973D66F3C5C6}"/>
          </ac:spMkLst>
        </pc:spChg>
        <pc:spChg chg="del">
          <ac:chgData name="Loc Nguyen Xuan" userId="ef58cd0a-6f0d-4bab-b707-f638aa04c013" providerId="ADAL" clId="{BE8BB400-81C7-49E5-925D-01ED20EE0E07}" dt="2026-05-05T03:35:06.997" v="708" actId="478"/>
          <ac:spMkLst>
            <pc:docMk/>
            <pc:sldMk cId="202130653" sldId="2147376266"/>
            <ac:spMk id="12" creationId="{D63C91DF-2DC0-D0BA-0F44-7D002E8BCB53}"/>
          </ac:spMkLst>
        </pc:spChg>
        <pc:spChg chg="del">
          <ac:chgData name="Loc Nguyen Xuan" userId="ef58cd0a-6f0d-4bab-b707-f638aa04c013" providerId="ADAL" clId="{BE8BB400-81C7-49E5-925D-01ED20EE0E07}" dt="2026-05-05T03:35:06.997" v="708" actId="478"/>
          <ac:spMkLst>
            <pc:docMk/>
            <pc:sldMk cId="202130653" sldId="2147376266"/>
            <ac:spMk id="16" creationId="{617D4417-B533-C92F-0CEB-AF3432A55F53}"/>
          </ac:spMkLst>
        </pc:spChg>
        <pc:graphicFrameChg chg="add mod">
          <ac:chgData name="Loc Nguyen Xuan" userId="ef58cd0a-6f0d-4bab-b707-f638aa04c013" providerId="ADAL" clId="{BE8BB400-81C7-49E5-925D-01ED20EE0E07}" dt="2026-05-05T03:35:08.737" v="709"/>
          <ac:graphicFrameMkLst>
            <pc:docMk/>
            <pc:sldMk cId="202130653" sldId="2147376266"/>
            <ac:graphicFrameMk id="3" creationId="{DCD34F60-CA60-E7AD-43DB-689E0D24AF05}"/>
          </ac:graphicFrameMkLst>
        </pc:graphicFrameChg>
        <pc:graphicFrameChg chg="add del mod">
          <ac:chgData name="Loc Nguyen Xuan" userId="ef58cd0a-6f0d-4bab-b707-f638aa04c013" providerId="ADAL" clId="{BE8BB400-81C7-49E5-925D-01ED20EE0E07}" dt="2026-05-05T03:35:23.329" v="711" actId="478"/>
          <ac:graphicFrameMkLst>
            <pc:docMk/>
            <pc:sldMk cId="202130653" sldId="2147376266"/>
            <ac:graphicFrameMk id="4" creationId="{D58D1870-7D5D-709D-7844-924FFECA9960}"/>
          </ac:graphicFrameMkLst>
        </pc:graphicFrameChg>
        <pc:graphicFrameChg chg="add mod modGraphic">
          <ac:chgData name="Loc Nguyen Xuan" userId="ef58cd0a-6f0d-4bab-b707-f638aa04c013" providerId="ADAL" clId="{BE8BB400-81C7-49E5-925D-01ED20EE0E07}" dt="2026-05-05T04:07:59.677" v="1316" actId="403"/>
          <ac:graphicFrameMkLst>
            <pc:docMk/>
            <pc:sldMk cId="202130653" sldId="2147376266"/>
            <ac:graphicFrameMk id="8" creationId="{2EB687F6-C835-62D2-44D0-47697BB4A89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84535-1226-4701-A42F-DCFD1F4B242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068C9-B94D-4DA9-97DF-22128541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5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86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0E02-A0D3-4DD8-AE4F-3BA16EDE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EAFDE-8913-ED35-B230-98C8587C5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1AA5D-D719-A4AA-11F5-DCB578D1E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15CFE-5734-B835-8307-31F4F671A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34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1788-9B35-AF75-849F-C03B75C0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125B5-185B-BA44-2524-519358BA7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74DE5-12EF-77BC-38AC-3ACF95505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A9FCD-E5BB-4A71-CC13-17BD95C15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57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CA6A-F97D-C81D-FDE0-CDC9B6E4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112AB-9D40-07BF-234D-37C1A26A7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4A4E0-403A-F09B-0796-D66EFB362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D7A4-ABB5-5C3E-D576-4B50FDE3F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81F1-D215-5633-85BA-78DC34C8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36F16-F2B3-11E9-03BD-9AAFC358B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4A665-8079-2CCE-55D2-A2DE9C8F1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64613-ECC8-D1C3-8929-AD382F7D3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91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CBB1-C9FF-C05C-8DCE-A9974A3F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F4B06-C0DC-7C8E-0265-8380FF459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343E0-1CB4-4F4A-DF92-FC6B69AAB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3FF9A-6C0D-F52A-0BE4-54F1C4098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89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D280-9876-0E57-FCA9-086BA5E32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B8CB1-9B12-331D-3F44-505FE70F7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5FD4C-1C65-8C17-E837-36F7632E8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Client’s pain points, why we have this project?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 need to adapt ISO 20022 new standard (old standard is 15022) MT to MX Want to connect to ACH system to query and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exection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transactions initiated from customers.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--- 2016 State Bank VN required NAPAS to implement IBFT to process low value transaction, real time, adapting ISO 8583 for card.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2018,VN State Bank require upgrade ACH to adapt ISO 20022 and high value transactions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Main pain points:  IBFT followed ISO 8583 IBFT process card payment, ACH to expand scope to fund transfer  VP require their ACH service can handle new business requirement into 2 phases: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1:  For individual and corporate thru Branch Teller Incoming transaction  from ACH to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Despute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transaction from ACH to NAPAS Reconcile  </a:t>
            </a: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Phase 2:  Process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tranaction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from corporate internet banking Corporate pay on behalf Batch remit from: Branch Teller, Corporate Internet Banking, Corporate Pay on Behalf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Target scope - Building a new interbank payment system integrated with NAPAS Replaces all existing transaction channels, reaching the threshold of 2M transactions/day - Building a transaction management system, replacing the old system - Built in accordance with the new standard ISO 20022 - Integrate all existing systems of the bank - Development based on the existing infrastructure of the bank - Required to build system for service management thru ACH at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VPBank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Build system to reconcile 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Business processing: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Out going transaction: Real Time transaction to account/card thru Napas (VP is the initiate bank)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Incoming transaction: receive transaction from banks as member of ACH - Return / Reverse transaction (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hoan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tra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giao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dich) - Updating status for transaction which reflected error/incorrect value.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Review/Inspect/Receive result from online transaction (maintain/change detail, request to reversal) - Inquiry transactions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--- System description: ACH Transfer Bounder: process transaction sources ACH Connector: process transaction to and from NAPAS ACH Reconcile: outcome is to point out differences transaction data from: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channels, and data received from NAPAS ACH Report: intra day transactions upon channels,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reportings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. 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ACH Eco system integrated with: Channels, Email: notify transaction status, request status. SFTP: file manager, report, for example: Fee table for transactions processed thru NAPAS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: posting transaction, get account details, get CIF details to enrich as required of ISO 20022 when sending to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What we contributed?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Building up a centralized inter-bank payment system for multi-channels: core bank, B2B, H2H, payroll.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Integrate with ACH NAPAS external payment system according to SWIFT ISO 20022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Build on microservices model 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From: Sept 2021 To: Sept 2022 </a:t>
            </a:r>
          </a:p>
          <a:p>
            <a:pPr marL="285750" marR="0" lvl="0" indent="-28575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kern="1200">
              <a:solidFill>
                <a:schemeClr val="tx1"/>
              </a:solidFill>
              <a:effectLst/>
              <a:latin typeface="Univers 45 Light" pitchFamily="2" charset="0"/>
              <a:ea typeface="+mn-ea"/>
              <a:cs typeface="+mn-cs"/>
              <a:sym typeface="Univers 45 Light" pitchFamily="2" charset="0"/>
            </a:endParaRPr>
          </a:p>
          <a:p>
            <a:pPr marL="0" marR="0" lvl="0" indent="0" algn="l" defTabSz="10914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Project outcomes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Successful deployed ACH Gateway on microservices model.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New interbank payment system has been integrated with NAPAS following new standard – ISO 20022 of SWIFT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Gateway to receive outgoing message from internal system: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, Internet Banking, Clients third parties,… to process and push to ACH NAPAS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Gate way to receive incoming message from NAPAS and integrate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Corebank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 to automate settlements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  <a:t>- ACH Backend to automate reconciliation. </a:t>
            </a:r>
            <a:br>
              <a:rPr lang="en-US" sz="1200" b="0" i="0" u="none" strike="noStrike" kern="1200">
                <a:solidFill>
                  <a:schemeClr val="tx1"/>
                </a:solidFill>
                <a:effectLst/>
                <a:latin typeface="Univers 45 Light" pitchFamily="2" charset="0"/>
                <a:ea typeface="+mn-ea"/>
                <a:cs typeface="+mn-cs"/>
                <a:sym typeface="Univers 45 Light" pitchFamily="2" charset="0"/>
              </a:rPr>
            </a:br>
            <a:endParaRPr lang="en-SG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91943-737C-0AB1-8602-15D4772F9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F3867-A66B-4801-972B-13F64FB97D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3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1676-4E6E-E271-7ECD-AE838CFD9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F23BA-0BD1-A0D8-9692-9BDCA965E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D1A2-BBF8-213E-335B-1012EC54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4CEEF-2585-D239-2D90-D4A9304D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0BDF8-6B45-205C-597A-73DEC278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4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DFDC-912A-4E95-7CA4-7345B40F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BE3E6-3AC6-DA8E-84B8-BEADEA637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DFCA4-4415-AE95-C024-60CC122D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2B759-D06F-EC7F-C3CD-211C59A7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9103-6535-B55F-547C-35733532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7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E0EE-DE21-9C02-C4EF-5E6ABC2E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00F15-78BA-3480-AE7D-68021D9C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60DF6-5CB3-7CA4-F435-31C5213A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5A21A-138E-6DD3-8FA7-0310EA1C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51A3-7926-E0A2-4625-76CF5EF6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2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B6EA-3A00-B230-BDA4-129086F6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008F-E0FD-EE4A-E8A2-6E194EA93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38259-E1F0-D22D-BB91-FA6AD6107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F4F4A-6EC9-CED5-437C-31045158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FAF29-8A3B-23EB-42DE-AB5E2DC5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C00CF-FB7F-68FA-C870-CE2612A0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5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B8A8-B504-BB62-09C7-6676FFDB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90EEC-AC03-CCAB-4B82-C7BD9587C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F9A5F-B029-EA6D-F872-75D6F878D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F52A53-BA50-9FA0-CA86-13613BC2C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5C11E-45A6-1699-B4FC-703CD3AC6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B27D1F-479A-893C-7473-C8556AFA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35146-E63E-52CE-C305-D090E3D5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9D62-0B54-5147-638E-90D1209E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7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19BA-D53E-915A-494D-5F7F4191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D1D93-2814-2EF5-AB6D-689F0602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A6B48-947C-E19F-B6AD-B10A4F2F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37947-84CC-15F2-E53F-1B04D54C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5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4F596-0933-96E0-8DE8-6D8AA78A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F863D-37E3-A28A-10D3-5DFB09CF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3D8E0-74C1-22A7-E3C9-74538032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0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62B6-2156-63FA-24F7-0EB032C3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3FD83-3A39-75D1-1F67-520D5035A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948A1-C4AF-2BD5-7283-9F5C3204F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B888E-F9C5-BB7A-2438-EEA94A2A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0F625-2C8A-C7E3-A98B-9F4730CE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4400C-1A4E-780C-0BEE-C559BD09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2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C6A3-BF2A-6753-F3F8-0CD4B57A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46DE80-80C9-28B4-2AFF-6C1D73434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9D4F-69D1-3542-48BF-E0C907574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B6F49-1787-6898-E132-546754DB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B1120-66AA-9DD6-E671-0DF51251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C8E2C-157E-0224-89CC-65C155E6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1D75-F3FB-4B95-8441-EE5DE20C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84BAC-23CE-3E43-944F-D9C4A8D1B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332A-4932-D938-CAE6-FE1EE0AD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28448-98CF-893A-725D-27F07D68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E5EC-8A1F-1985-F10F-43C2BEBD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7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8880A-CCF5-5941-1872-E96371001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13D8E-1B44-3034-DF5D-D4FE425F1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C0D8-9EB0-C706-F57E-7B830C9E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994C-E9E1-F717-C352-18B3772E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18A03-9684-02E4-28BE-69FDC68D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99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_Stand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113708-239C-B499-7E9C-48179C376F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2988"/>
            <a:ext cx="12192000" cy="59050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287859-6D38-44E7-B72E-CF239EF7F8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+mj-lt"/>
              </a:defRPr>
            </a:lvl1pPr>
          </a:lstStyle>
          <a:p>
            <a:r>
              <a:rPr lang="en-US"/>
              <a:t>INSERT TITLE HERE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8843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D6A2F-48E2-1497-D803-C9EE0385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19445-C22F-3D31-2D3D-1142AF6A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9A5F9-B7F3-2C9D-D2EF-544D81D70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EE1CD-712A-459E-8F1B-253FB0D6050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8FCCE-8607-C160-0CFC-D3DADF141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60859-96B9-F5A8-A219-E8315E6EF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1D935-7A34-4891-8994-64CC2CAA5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8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1A52B7-2656-CA89-D475-693C4A5A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 1: RM Knowledge and Advisory Capability Gap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27C6E-CED3-F374-A0F7-83B60558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9551F-38D7-7A08-12C5-FBB8A0C8BAA9}"/>
              </a:ext>
            </a:extLst>
          </p:cNvPr>
          <p:cNvSpPr txBox="1"/>
          <p:nvPr/>
        </p:nvSpPr>
        <p:spPr>
          <a:xfrm>
            <a:off x="525780" y="995660"/>
            <a:ext cx="1149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Relationship Managers are expected to provide holistic advice, but may not have sufficient depth across all wealth management domains.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B1DD2-C1B8-8D42-9162-E5C811112400}"/>
              </a:ext>
            </a:extLst>
          </p:cNvPr>
          <p:cNvSpPr txBox="1"/>
          <p:nvPr/>
        </p:nvSpPr>
        <p:spPr>
          <a:xfrm>
            <a:off x="1562101" y="1827169"/>
            <a:ext cx="3818422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RMs are usually strong in relationship handling and client engagement, but wealth management requires knowledge across many specialist areas: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1A61D3-4092-57ED-B667-54EA0FD1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1920893"/>
            <a:ext cx="843350" cy="84335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71024FA-2F70-5781-31D5-A28910E557E0}"/>
              </a:ext>
            </a:extLst>
          </p:cNvPr>
          <p:cNvSpPr txBox="1"/>
          <p:nvPr/>
        </p:nvSpPr>
        <p:spPr>
          <a:xfrm>
            <a:off x="6084044" y="2389270"/>
            <a:ext cx="5595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Advice quality may vary significantly between </a:t>
            </a:r>
            <a:r>
              <a:rPr lang="en-US" dirty="0" err="1"/>
              <a:t>RMs.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RMs may over-rely on specialists.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conversations may become product-driven instead of goal-driven.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client opportunities may be missed because the RM does not know which question to ask.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of unsuitable or incomplete recommendations may increase.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58D22FD-7222-85DA-437C-EB7E49B2DDE6}"/>
              </a:ext>
            </a:extLst>
          </p:cNvPr>
          <p:cNvSpPr/>
          <p:nvPr/>
        </p:nvSpPr>
        <p:spPr>
          <a:xfrm>
            <a:off x="6244189" y="1879134"/>
            <a:ext cx="5274733" cy="392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Implication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79955F-3D82-C27A-C138-CC1030D09ACE}"/>
              </a:ext>
            </a:extLst>
          </p:cNvPr>
          <p:cNvGrpSpPr/>
          <p:nvPr/>
        </p:nvGrpSpPr>
        <p:grpSpPr>
          <a:xfrm>
            <a:off x="1585198" y="3332201"/>
            <a:ext cx="4466565" cy="2862322"/>
            <a:chOff x="1585198" y="3332201"/>
            <a:chExt cx="4466565" cy="286232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C2DA45-2AD4-06AF-F19F-ECA16D378F78}"/>
                </a:ext>
              </a:extLst>
            </p:cNvPr>
            <p:cNvSpPr txBox="1"/>
            <p:nvPr/>
          </p:nvSpPr>
          <p:spPr>
            <a:xfrm>
              <a:off x="1852428" y="3332201"/>
              <a:ext cx="4199335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Investment products</a:t>
              </a:r>
            </a:p>
            <a:p>
              <a:r>
                <a:rPr lang="en-US" dirty="0"/>
                <a:t>Portfolio allocation</a:t>
              </a:r>
            </a:p>
            <a:p>
              <a:r>
                <a:rPr lang="en-US" dirty="0"/>
                <a:t>Risk profiling</a:t>
              </a:r>
            </a:p>
            <a:p>
              <a:r>
                <a:rPr lang="en-US" dirty="0"/>
                <a:t>Insurance planning</a:t>
              </a:r>
            </a:p>
            <a:p>
              <a:r>
                <a:rPr lang="en-US" dirty="0"/>
                <a:t>Retirement planning</a:t>
              </a:r>
            </a:p>
            <a:p>
              <a:r>
                <a:rPr lang="en-US" dirty="0"/>
                <a:t>Tax implications</a:t>
              </a:r>
            </a:p>
            <a:p>
              <a:r>
                <a:rPr lang="en-US" dirty="0"/>
                <a:t>Estate and succession planning</a:t>
              </a:r>
            </a:p>
            <a:p>
              <a:r>
                <a:rPr lang="en-US" dirty="0"/>
                <a:t>Legal documentation</a:t>
              </a:r>
            </a:p>
            <a:p>
              <a:r>
                <a:rPr lang="en-US" dirty="0"/>
                <a:t>Market updates</a:t>
              </a:r>
            </a:p>
            <a:p>
              <a:r>
                <a:rPr lang="en-US" dirty="0"/>
                <a:t>Regulatory suitability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882C521-D73E-C7FB-C509-AD82D5D0D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5198" y="5572840"/>
              <a:ext cx="248885" cy="24888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89AECB-E867-A40B-3B5E-E0370B991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387" y="3677331"/>
              <a:ext cx="219760" cy="21976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0D2AA60-B3BC-2A65-BAD6-84AF7D7E2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387" y="3938242"/>
              <a:ext cx="219760" cy="21976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9AAE9C8-6B73-6CD7-92AD-17A995A01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387" y="4228278"/>
              <a:ext cx="219760" cy="21976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A553394-9A7A-6583-053F-671F32B20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387" y="4486080"/>
              <a:ext cx="219760" cy="21976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E4C0D0-0BB4-5A8C-2256-9C76AD290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0387" y="4776117"/>
              <a:ext cx="219760" cy="21976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F792CDE-2E27-0BE3-F5B7-C6554957D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0331" y="5033918"/>
              <a:ext cx="219760" cy="21976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2733C0F-A3CA-6D65-ECAF-0E49440E2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870" y="5294829"/>
              <a:ext cx="219760" cy="21976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953DA82-442B-2A39-8DC5-6596C339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0269" y="5871985"/>
              <a:ext cx="219760" cy="21976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E0717C8-3737-F281-963F-7079F98AA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2343" y="3368116"/>
              <a:ext cx="248885" cy="248885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BA38E58-7B9F-9828-9B60-20413921FEDE}"/>
              </a:ext>
            </a:extLst>
          </p:cNvPr>
          <p:cNvSpPr txBox="1"/>
          <p:nvPr/>
        </p:nvSpPr>
        <p:spPr>
          <a:xfrm>
            <a:off x="6422320" y="5720255"/>
            <a:ext cx="5595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i="1" dirty="0"/>
              <a:t>Note: Example is depicted from typical RM skills in Vietnam investment market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33176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C88F-19CF-4564-9C7A-F611665B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BA25BE-4BF0-BAA2-AAA3-26FE5FE3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 2: Specialist Capacity Constraint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F2EEF-082C-CC77-EA1E-89F84203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BF43A-69C9-545F-80D5-19C893F260C4}"/>
              </a:ext>
            </a:extLst>
          </p:cNvPr>
          <p:cNvSpPr txBox="1"/>
          <p:nvPr/>
        </p:nvSpPr>
        <p:spPr>
          <a:xfrm>
            <a:off x="525780" y="995660"/>
            <a:ext cx="1149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Wealth managers and specialists provide high-value expertise, but their capacity becomes a bottleneck when client coverage expands.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1208E-C1AD-688E-F8B8-B814AEB3A102}"/>
              </a:ext>
            </a:extLst>
          </p:cNvPr>
          <p:cNvSpPr txBox="1"/>
          <p:nvPr/>
        </p:nvSpPr>
        <p:spPr>
          <a:xfrm>
            <a:off x="614100" y="1863589"/>
            <a:ext cx="588825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Specialists such as investment advisors, legal advisors, tax advisors, estate planners, and product experts are usually limited resources. They are often involved only when the RM escalates a case.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542526B-1332-F490-F61F-DAEA5A047182}"/>
              </a:ext>
            </a:extLst>
          </p:cNvPr>
          <p:cNvGrpSpPr/>
          <p:nvPr/>
        </p:nvGrpSpPr>
        <p:grpSpPr>
          <a:xfrm>
            <a:off x="7160793" y="1948303"/>
            <a:ext cx="4063157" cy="3458795"/>
            <a:chOff x="4310378" y="1487341"/>
            <a:chExt cx="4063157" cy="34587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521955B-B884-6F9F-C31C-4E859F9BE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8468" y="1487341"/>
              <a:ext cx="745067" cy="745067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4916C01-2008-0A70-966F-CA87722C2D5B}"/>
                </a:ext>
              </a:extLst>
            </p:cNvPr>
            <p:cNvGrpSpPr/>
            <p:nvPr/>
          </p:nvGrpSpPr>
          <p:grpSpPr>
            <a:xfrm>
              <a:off x="5962226" y="2644950"/>
              <a:ext cx="973667" cy="1146516"/>
              <a:chOff x="5355166" y="2437316"/>
              <a:chExt cx="973667" cy="114651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2C53347-E670-978B-F5D4-162C03F44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5166" y="2437316"/>
                <a:ext cx="973667" cy="973667"/>
              </a:xfrm>
              <a:prstGeom prst="rect">
                <a:avLst/>
              </a:prstGeom>
            </p:spPr>
          </p:pic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48C47A4C-FE32-30A6-5E90-1A0446D382F1}"/>
                  </a:ext>
                </a:extLst>
              </p:cNvPr>
              <p:cNvSpPr/>
              <p:nvPr/>
            </p:nvSpPr>
            <p:spPr>
              <a:xfrm>
                <a:off x="5355166" y="3310203"/>
                <a:ext cx="821267" cy="2736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sz="1200" b="1" dirty="0"/>
                  <a:t>Expert</a:t>
                </a:r>
                <a:endParaRPr lang="en-US" sz="1200" b="1" dirty="0"/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65FF82C-4624-9DC7-3C4B-8C39FB9BD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8468" y="2891514"/>
              <a:ext cx="745067" cy="74506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44DAFE7-A39F-4615-00C1-B27243A3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8468" y="4201069"/>
              <a:ext cx="745067" cy="74506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63D1BB6-4127-8AD9-C161-6C035DD6E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9480" y="4201069"/>
              <a:ext cx="745067" cy="74506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137EA5A-10E6-97E3-152E-6F2C38053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0378" y="4201069"/>
              <a:ext cx="745067" cy="74506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79BBA77-FE9F-DD20-B603-66BAF4981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0378" y="2891514"/>
              <a:ext cx="745067" cy="74506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FAD0E5B-6691-2074-397C-E3FE097FA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0378" y="1487341"/>
              <a:ext cx="745067" cy="74506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FB33152-271B-92F2-D451-9128C7061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426" y="1487341"/>
              <a:ext cx="745067" cy="745067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351D097-4DF8-258C-708A-9C82A219DC1C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>
              <a:off x="6410960" y="2232408"/>
              <a:ext cx="0" cy="3753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100CA4A-7405-BE5D-6760-F64F4702C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1594" y="2233728"/>
              <a:ext cx="982981" cy="591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5F64813-5901-F416-C141-DDCA67D8481F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6916844" y="3264048"/>
              <a:ext cx="71162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DCF3CCA-91D1-D1CE-4E62-5C248588C8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4547" y="3806548"/>
              <a:ext cx="841586" cy="4165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08F3BF9-594F-162B-18A4-52B30BF8446F}"/>
                </a:ext>
              </a:extLst>
            </p:cNvPr>
            <p:cNvCxnSpPr>
              <a:cxnSpLocks/>
              <a:stCxn id="21" idx="0"/>
              <a:endCxn id="15" idx="2"/>
            </p:cNvCxnSpPr>
            <p:nvPr/>
          </p:nvCxnSpPr>
          <p:spPr>
            <a:xfrm flipV="1">
              <a:off x="6372014" y="3791466"/>
              <a:ext cx="846" cy="409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BD56ED9-0349-6F75-F68C-B5A884A6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9133" y="3806548"/>
              <a:ext cx="1043093" cy="37253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466ABD-62E7-680C-350E-C190F1859BB0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V="1">
              <a:off x="5055445" y="3255256"/>
              <a:ext cx="906781" cy="8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CE890A5-1131-F25D-2207-DF2D6A846715}"/>
                </a:ext>
              </a:extLst>
            </p:cNvPr>
            <p:cNvCxnSpPr>
              <a:cxnSpLocks/>
            </p:cNvCxnSpPr>
            <p:nvPr/>
          </p:nvCxnSpPr>
          <p:spPr>
            <a:xfrm>
              <a:off x="5050790" y="2252751"/>
              <a:ext cx="911436" cy="5106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6056591-DE6E-EF70-A619-E5088F05F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75037" y="3131783"/>
              <a:ext cx="219760" cy="21976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2D81CEB-3611-B03A-0B11-3948C71DF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047" y="3882934"/>
              <a:ext cx="219760" cy="21976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3EB37713-5A60-2284-D269-4BE00BB9A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6032" y="3904304"/>
              <a:ext cx="248885" cy="24888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97CC9C38-8888-1724-6B5F-3ED412793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61778" y="3903777"/>
              <a:ext cx="248885" cy="248885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2163CB7-82DB-6C7A-31C4-2C1DF59E7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16236" y="2340398"/>
              <a:ext cx="248885" cy="24888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9523337-0F52-6689-51D6-8FE4864F5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3595" y="2300777"/>
              <a:ext cx="212532" cy="212532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CC75CF4-E395-DBEC-9628-C82C97415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72656" y="2423331"/>
              <a:ext cx="212532" cy="212532"/>
            </a:xfrm>
            <a:prstGeom prst="rect">
              <a:avLst/>
            </a:prstGeom>
          </p:spPr>
        </p:pic>
      </p:grp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AD9ADBD-0415-78C4-D020-C4743BE813D5}"/>
              </a:ext>
            </a:extLst>
          </p:cNvPr>
          <p:cNvSpPr/>
          <p:nvPr/>
        </p:nvSpPr>
        <p:spPr>
          <a:xfrm>
            <a:off x="821267" y="3342323"/>
            <a:ext cx="5274733" cy="392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Implication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520788-C1C1-E7F4-7B22-F72CD0AB898D}"/>
              </a:ext>
            </a:extLst>
          </p:cNvPr>
          <p:cNvSpPr txBox="1"/>
          <p:nvPr/>
        </p:nvSpPr>
        <p:spPr>
          <a:xfrm>
            <a:off x="687362" y="3860629"/>
            <a:ext cx="56567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High-value specialists spend time on repetitive analysis and document preparation.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turnaround time becomes longer.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high-net-worth or priority clients may receive full specialist support.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Smaller clients may receive generic advice.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Specialists may not have enough time to proactively identify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40989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5DB9-F2DE-926B-3797-5BDDE1B4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069862-23E3-95CF-C162-B936B2F9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 3: Fragmented Communication and Coordination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AF78FE-D07B-25C2-6159-893BC396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0A9FD-AE99-87D2-1A0F-B7F669729C19}"/>
              </a:ext>
            </a:extLst>
          </p:cNvPr>
          <p:cNvSpPr txBox="1"/>
          <p:nvPr/>
        </p:nvSpPr>
        <p:spPr>
          <a:xfrm>
            <a:off x="525780" y="995660"/>
            <a:ext cx="1149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Client insights and advisory actions are often fragmented across multiple people, systems, and communication channels.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DCA30-B707-0DEA-2237-226914E21989}"/>
              </a:ext>
            </a:extLst>
          </p:cNvPr>
          <p:cNvSpPr txBox="1"/>
          <p:nvPr/>
        </p:nvSpPr>
        <p:spPr>
          <a:xfrm>
            <a:off x="525780" y="1566766"/>
            <a:ext cx="58882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wealth management, many parties may be involved: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5CA66-02EC-4EB7-CA10-EB56159901CA}"/>
              </a:ext>
            </a:extLst>
          </p:cNvPr>
          <p:cNvSpPr txBox="1"/>
          <p:nvPr/>
        </p:nvSpPr>
        <p:spPr>
          <a:xfrm>
            <a:off x="557331" y="1908680"/>
            <a:ext cx="265065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Relationship Manager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Wealth Manager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Investment Advisor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Specialist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AFE4E-DC76-481B-9A4D-8FB2F56AD20E}"/>
              </a:ext>
            </a:extLst>
          </p:cNvPr>
          <p:cNvSpPr txBox="1"/>
          <p:nvPr/>
        </p:nvSpPr>
        <p:spPr>
          <a:xfrm>
            <a:off x="461176" y="3201293"/>
            <a:ext cx="5554612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Whenever a new event happens — for example, a client changes goal, receives inheritance, faces a tax issue, has a liquidity need, or a market event affects portfolio — the responsible PIC must manually inform others.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C807C58-150A-F667-75E4-FF166C738C2F}"/>
              </a:ext>
            </a:extLst>
          </p:cNvPr>
          <p:cNvGrpSpPr/>
          <p:nvPr/>
        </p:nvGrpSpPr>
        <p:grpSpPr>
          <a:xfrm>
            <a:off x="6195886" y="1909219"/>
            <a:ext cx="5882538" cy="3765901"/>
            <a:chOff x="6480681" y="1860899"/>
            <a:chExt cx="5882538" cy="376590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8BBBBF9-60D5-1F92-D083-A86E758B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7902" y="3395953"/>
              <a:ext cx="707654" cy="707654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2C5616C-2DFF-1811-CEB3-A7D9A7174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6278" y="1926195"/>
              <a:ext cx="707654" cy="70765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65F3710-9449-9485-5A2B-43C97530E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9458" y="1926195"/>
              <a:ext cx="707654" cy="707654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E83F425-A940-D65C-EE43-8CD48F5BF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9458" y="4810687"/>
              <a:ext cx="707654" cy="707654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42BD932-12E7-54E3-6BE9-F7513DCD1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6278" y="4810687"/>
              <a:ext cx="707654" cy="707654"/>
            </a:xfrm>
            <a:prstGeom prst="rect">
              <a:avLst/>
            </a:prstGeom>
          </p:spPr>
        </p:pic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F7BDDAD-4916-B5F5-C000-7F612B7F3567}"/>
                </a:ext>
              </a:extLst>
            </p:cNvPr>
            <p:cNvCxnSpPr>
              <a:stCxn id="39" idx="2"/>
              <a:endCxn id="44" idx="0"/>
            </p:cNvCxnSpPr>
            <p:nvPr/>
          </p:nvCxnSpPr>
          <p:spPr>
            <a:xfrm>
              <a:off x="7940105" y="2633849"/>
              <a:ext cx="0" cy="217683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B95AEEC-9CA4-965E-D8DD-3222466EA0AE}"/>
                </a:ext>
              </a:extLst>
            </p:cNvPr>
            <p:cNvCxnSpPr>
              <a:cxnSpLocks/>
              <a:stCxn id="44" idx="3"/>
              <a:endCxn id="45" idx="1"/>
            </p:cNvCxnSpPr>
            <p:nvPr/>
          </p:nvCxnSpPr>
          <p:spPr>
            <a:xfrm>
              <a:off x="8293932" y="5164514"/>
              <a:ext cx="23755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C03E722-107D-1FBE-CEC9-A390BA899C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5214" y="4077736"/>
              <a:ext cx="1002688" cy="89674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C98A629-9BD3-AF0A-C856-47EB225FB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9165" y="2612587"/>
              <a:ext cx="910293" cy="8469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7419BD0-8D9D-C0A8-D32E-60C472DD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1181" y="3311881"/>
              <a:ext cx="688413" cy="68841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5A1688F-81DE-BEFB-1B29-BE778E215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9165" y="2862143"/>
              <a:ext cx="646332" cy="646332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77054A8-831D-226E-A4F6-921D336DD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38867" y="4831950"/>
              <a:ext cx="717843" cy="71784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5DD618D-A74A-9AE2-AF9A-9A77C1F62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29030" y="4223159"/>
              <a:ext cx="646332" cy="646332"/>
            </a:xfrm>
            <a:prstGeom prst="rect">
              <a:avLst/>
            </a:prstGeom>
          </p:spPr>
        </p:pic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A6B9E8C-149A-CD91-5D05-1EBF312FB1B2}"/>
                </a:ext>
              </a:extLst>
            </p:cNvPr>
            <p:cNvCxnSpPr>
              <a:cxnSpLocks/>
              <a:stCxn id="43" idx="1"/>
              <a:endCxn id="39" idx="3"/>
            </p:cNvCxnSpPr>
            <p:nvPr/>
          </p:nvCxnSpPr>
          <p:spPr>
            <a:xfrm flipH="1">
              <a:off x="8293932" y="2280022"/>
              <a:ext cx="237552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E1FE1C3-ED16-3F3E-81CB-82A80BBFB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2833" y="1935595"/>
              <a:ext cx="646332" cy="646332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7653934E-8AF0-B493-2B8B-9BC8AD7A4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80681" y="4702227"/>
              <a:ext cx="924573" cy="924573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86A4598-43C0-09A9-36AA-1CBD42E65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58086" y="1914343"/>
              <a:ext cx="803404" cy="803404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FD92E7D-B255-3325-350D-35CF0962B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452926" y="1860899"/>
              <a:ext cx="910293" cy="910293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F580C056-2ED3-4757-0A9A-C8ECD057B1CB}"/>
              </a:ext>
            </a:extLst>
          </p:cNvPr>
          <p:cNvSpPr txBox="1"/>
          <p:nvPr/>
        </p:nvSpPr>
        <p:spPr>
          <a:xfrm>
            <a:off x="3323285" y="1886026"/>
            <a:ext cx="302614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Legal Advisor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Tax Advisor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Compliance Officer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Operations Team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External execution party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0495AE1-1B8E-C84A-AAF4-99281F7F758E}"/>
              </a:ext>
            </a:extLst>
          </p:cNvPr>
          <p:cNvSpPr/>
          <p:nvPr/>
        </p:nvSpPr>
        <p:spPr>
          <a:xfrm>
            <a:off x="525780" y="4428191"/>
            <a:ext cx="5274733" cy="392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Implication</a:t>
            </a:r>
            <a:endParaRPr 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B779BE3-D832-3702-F47B-81E739E8C219}"/>
              </a:ext>
            </a:extLst>
          </p:cNvPr>
          <p:cNvSpPr txBox="1"/>
          <p:nvPr/>
        </p:nvSpPr>
        <p:spPr>
          <a:xfrm>
            <a:off x="451974" y="4820357"/>
            <a:ext cx="58368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Important client updates may be missed.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Different advisors may work with outdated information.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Follow-up actions may be delayed.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single view of client context.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Advisory process becomes reactive and manual.</a:t>
            </a:r>
            <a:endParaRPr lang="vi-V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Accountability becomes unclear.</a:t>
            </a:r>
          </a:p>
        </p:txBody>
      </p:sp>
    </p:spTree>
    <p:extLst>
      <p:ext uri="{BB962C8B-B14F-4D97-AF65-F5344CB8AC3E}">
        <p14:creationId xmlns:p14="http://schemas.microsoft.com/office/powerpoint/2010/main" val="135175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B4D4-82CD-D44F-0FBC-D6B1A0E1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5AEC48-E394-4B49-1A0D-20A5655E978E}"/>
              </a:ext>
            </a:extLst>
          </p:cNvPr>
          <p:cNvSpPr/>
          <p:nvPr/>
        </p:nvSpPr>
        <p:spPr>
          <a:xfrm>
            <a:off x="7627186" y="2556816"/>
            <a:ext cx="4280887" cy="34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0800C2-8B8A-173A-2685-95FC3837E6DD}"/>
              </a:ext>
            </a:extLst>
          </p:cNvPr>
          <p:cNvSpPr/>
          <p:nvPr/>
        </p:nvSpPr>
        <p:spPr>
          <a:xfrm>
            <a:off x="525778" y="2556815"/>
            <a:ext cx="5793207" cy="4110657"/>
          </a:xfrm>
          <a:prstGeom prst="roundRect">
            <a:avLst>
              <a:gd name="adj" fmla="val 609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BCF4AB-932C-2146-E5E8-4D8E5C9F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vi-VN" dirty="0"/>
              <a:t>Value 1: </a:t>
            </a:r>
            <a:r>
              <a:rPr lang="en-US" dirty="0"/>
              <a:t>AI as an Expert Assistant for Relationship Managers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5C8EF8-A9D4-CB90-1559-3A962A52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BB292-EE83-1D3E-7C35-978FB13CDB0A}"/>
              </a:ext>
            </a:extLst>
          </p:cNvPr>
          <p:cNvSpPr txBox="1"/>
          <p:nvPr/>
        </p:nvSpPr>
        <p:spPr>
          <a:xfrm>
            <a:off x="525779" y="1077310"/>
            <a:ext cx="11168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 can act as a domain-aware advisory assistant that helps RMs prepare, structure, and personalize client conversations.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AE50B-956B-11B0-7FC8-37B814ADC7B2}"/>
              </a:ext>
            </a:extLst>
          </p:cNvPr>
          <p:cNvSpPr txBox="1"/>
          <p:nvPr/>
        </p:nvSpPr>
        <p:spPr>
          <a:xfrm>
            <a:off x="647700" y="2626984"/>
            <a:ext cx="55705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Summarizing client profile, portfolio, goals, risk appetite, and previous interactions.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Suggesting discovery questions before client meetings.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Explaining complex products or wealth topics in simple language.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gaps in client information.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Recommending next-best conversation topics.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Providing draft advisory notes and meeting summaries.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Highlighting suitability or compliance considerations.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Guiding RMs through structured financial planning workflows.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381CDB-7BA0-7BF6-6164-92FE826D3F2D}"/>
              </a:ext>
            </a:extLst>
          </p:cNvPr>
          <p:cNvSpPr txBox="1"/>
          <p:nvPr/>
        </p:nvSpPr>
        <p:spPr>
          <a:xfrm>
            <a:off x="7829566" y="3251153"/>
            <a:ext cx="40688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RM confidence.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dependency on memory and manual preparation.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Standardizes advisory quality.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Enhance</a:t>
            </a:r>
            <a:r>
              <a:rPr lang="en-US" dirty="0"/>
              <a:t> RMs </a:t>
            </a:r>
            <a:r>
              <a:rPr lang="vi-VN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more holistic and goal-based conversations.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3697CF1-5B4C-66FB-F995-D8C7D6392DFA}"/>
              </a:ext>
            </a:extLst>
          </p:cNvPr>
          <p:cNvSpPr/>
          <p:nvPr/>
        </p:nvSpPr>
        <p:spPr>
          <a:xfrm>
            <a:off x="6516776" y="2379847"/>
            <a:ext cx="1014237" cy="3773939"/>
          </a:xfrm>
          <a:prstGeom prst="rightArrow">
            <a:avLst>
              <a:gd name="adj1" fmla="val 47697"/>
              <a:gd name="adj2" fmla="val 81944"/>
            </a:avLst>
          </a:prstGeom>
          <a:gradFill flip="none" rotWithShape="1">
            <a:gsLst>
              <a:gs pos="0">
                <a:srgbClr val="46B1E1">
                  <a:shade val="30000"/>
                  <a:satMod val="115000"/>
                </a:srgbClr>
              </a:gs>
              <a:gs pos="50000">
                <a:srgbClr val="46B1E1">
                  <a:shade val="67500"/>
                  <a:satMod val="115000"/>
                </a:srgbClr>
              </a:gs>
              <a:gs pos="100000">
                <a:srgbClr val="46B1E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09B008-4847-EB34-4E37-99C45A44779A}"/>
              </a:ext>
            </a:extLst>
          </p:cNvPr>
          <p:cNvSpPr/>
          <p:nvPr/>
        </p:nvSpPr>
        <p:spPr>
          <a:xfrm>
            <a:off x="525779" y="1887875"/>
            <a:ext cx="5692444" cy="552074"/>
          </a:xfrm>
          <a:prstGeom prst="roundRect">
            <a:avLst>
              <a:gd name="adj" fmla="val 382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What AI can help the RM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0D284E-4CD2-2B2A-6FCC-180A41F218A7}"/>
              </a:ext>
            </a:extLst>
          </p:cNvPr>
          <p:cNvSpPr/>
          <p:nvPr/>
        </p:nvSpPr>
        <p:spPr>
          <a:xfrm>
            <a:off x="7727950" y="1887875"/>
            <a:ext cx="4068878" cy="552074"/>
          </a:xfrm>
          <a:prstGeom prst="roundRect">
            <a:avLst>
              <a:gd name="adj" fmla="val 38296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2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0DB7-8CB7-E469-A9F9-485A670B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1287C4-8DFD-3D39-8F8B-6798104DB1F6}"/>
              </a:ext>
            </a:extLst>
          </p:cNvPr>
          <p:cNvSpPr/>
          <p:nvPr/>
        </p:nvSpPr>
        <p:spPr>
          <a:xfrm>
            <a:off x="7627186" y="2712415"/>
            <a:ext cx="4280887" cy="34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0A3EF9-CD33-ABF9-32AC-E90AB97AD31C}"/>
              </a:ext>
            </a:extLst>
          </p:cNvPr>
          <p:cNvSpPr/>
          <p:nvPr/>
        </p:nvSpPr>
        <p:spPr>
          <a:xfrm>
            <a:off x="525780" y="2712415"/>
            <a:ext cx="5793206" cy="3420000"/>
          </a:xfrm>
          <a:prstGeom prst="roundRect">
            <a:avLst>
              <a:gd name="adj" fmla="val 609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44CE7F0-FCB5-6BBE-FDFF-8DDF3676CAE2}"/>
              </a:ext>
            </a:extLst>
          </p:cNvPr>
          <p:cNvSpPr/>
          <p:nvPr/>
        </p:nvSpPr>
        <p:spPr>
          <a:xfrm>
            <a:off x="6465967" y="2535445"/>
            <a:ext cx="1014237" cy="3773939"/>
          </a:xfrm>
          <a:prstGeom prst="rightArrow">
            <a:avLst>
              <a:gd name="adj1" fmla="val 47697"/>
              <a:gd name="adj2" fmla="val 81944"/>
            </a:avLst>
          </a:prstGeom>
          <a:gradFill flip="none" rotWithShape="1">
            <a:gsLst>
              <a:gs pos="0">
                <a:srgbClr val="46B1E1">
                  <a:shade val="30000"/>
                  <a:satMod val="115000"/>
                </a:srgbClr>
              </a:gs>
              <a:gs pos="50000">
                <a:srgbClr val="46B1E1">
                  <a:shade val="67500"/>
                  <a:satMod val="115000"/>
                </a:srgbClr>
              </a:gs>
              <a:gs pos="100000">
                <a:srgbClr val="46B1E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D3C785-678F-A2C1-1079-B097564F517E}"/>
              </a:ext>
            </a:extLst>
          </p:cNvPr>
          <p:cNvSpPr/>
          <p:nvPr/>
        </p:nvSpPr>
        <p:spPr>
          <a:xfrm>
            <a:off x="525779" y="1926786"/>
            <a:ext cx="5692444" cy="552074"/>
          </a:xfrm>
          <a:prstGeom prst="roundRect">
            <a:avLst>
              <a:gd name="adj" fmla="val 382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What AI can help the specialist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A03FB8-4E0F-86C6-7332-93C5D34B4A67}"/>
              </a:ext>
            </a:extLst>
          </p:cNvPr>
          <p:cNvSpPr/>
          <p:nvPr/>
        </p:nvSpPr>
        <p:spPr>
          <a:xfrm>
            <a:off x="7727950" y="1926786"/>
            <a:ext cx="4068878" cy="552074"/>
          </a:xfrm>
          <a:prstGeom prst="roundRect">
            <a:avLst>
              <a:gd name="adj" fmla="val 38296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Value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8172E6-C315-9B39-B969-78A64EEA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</a:t>
            </a:r>
            <a:r>
              <a:rPr lang="vi-VN" dirty="0"/>
              <a:t>Value 2: </a:t>
            </a:r>
            <a:r>
              <a:rPr lang="en-US" dirty="0"/>
              <a:t>AI as a Productivity Layer for Wealth Managers and Specialists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3F571-6876-D919-7501-F08E735E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00C31-4268-590C-E62D-B5478E87B13A}"/>
              </a:ext>
            </a:extLst>
          </p:cNvPr>
          <p:cNvSpPr txBox="1"/>
          <p:nvPr/>
        </p:nvSpPr>
        <p:spPr>
          <a:xfrm>
            <a:off x="525779" y="1077310"/>
            <a:ext cx="11168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 can reduce repetitive work for wealth managers and specialists, allowing them to focus on high-value judgment and client-specific advice.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12A91-22A4-A27A-52BA-18A126580FA2}"/>
              </a:ext>
            </a:extLst>
          </p:cNvPr>
          <p:cNvSpPr txBox="1"/>
          <p:nvPr/>
        </p:nvSpPr>
        <p:spPr>
          <a:xfrm>
            <a:off x="889000" y="2910104"/>
            <a:ext cx="52212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Preparing first-draft financial plans.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Summarizing client needs and constraints.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Generating portfolio review commentary.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tax, legal, or estate planning considerations.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Drafting recommendation rationale.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Comparing product suitability.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scenario analysis summaries.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Preparing client-facing explanation materials.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Prioritizing cases that require human expert attention.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14B02-97B6-B77C-B032-2230AD1C3385}"/>
              </a:ext>
            </a:extLst>
          </p:cNvPr>
          <p:cNvSpPr txBox="1"/>
          <p:nvPr/>
        </p:nvSpPr>
        <p:spPr>
          <a:xfrm>
            <a:off x="7627186" y="3325603"/>
            <a:ext cx="41838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manual preparation time.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expert productivity.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specialists to serve more clients.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consistent documentation.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experts to focus on judgment, exception handling, and complex cases.</a:t>
            </a:r>
          </a:p>
        </p:txBody>
      </p:sp>
    </p:spTree>
    <p:extLst>
      <p:ext uri="{BB962C8B-B14F-4D97-AF65-F5344CB8AC3E}">
        <p14:creationId xmlns:p14="http://schemas.microsoft.com/office/powerpoint/2010/main" val="342826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3DA6-462A-4921-8BE8-804550E9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E69AFD-B08F-DD1E-883F-8F74C03A5DBC}"/>
              </a:ext>
            </a:extLst>
          </p:cNvPr>
          <p:cNvSpPr/>
          <p:nvPr/>
        </p:nvSpPr>
        <p:spPr>
          <a:xfrm>
            <a:off x="7627186" y="2595680"/>
            <a:ext cx="4280887" cy="34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B4682B-45FB-8AE3-3D8D-68F0FC26C322}"/>
              </a:ext>
            </a:extLst>
          </p:cNvPr>
          <p:cNvSpPr/>
          <p:nvPr/>
        </p:nvSpPr>
        <p:spPr>
          <a:xfrm>
            <a:off x="525778" y="2595680"/>
            <a:ext cx="5793207" cy="3773938"/>
          </a:xfrm>
          <a:prstGeom prst="roundRect">
            <a:avLst>
              <a:gd name="adj" fmla="val 609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E659EA8-3E68-0D8A-4537-5AF01EB37123}"/>
              </a:ext>
            </a:extLst>
          </p:cNvPr>
          <p:cNvSpPr/>
          <p:nvPr/>
        </p:nvSpPr>
        <p:spPr>
          <a:xfrm>
            <a:off x="6516776" y="2418711"/>
            <a:ext cx="1014237" cy="3773939"/>
          </a:xfrm>
          <a:prstGeom prst="rightArrow">
            <a:avLst>
              <a:gd name="adj1" fmla="val 47697"/>
              <a:gd name="adj2" fmla="val 81944"/>
            </a:avLst>
          </a:prstGeom>
          <a:gradFill flip="none" rotWithShape="1">
            <a:gsLst>
              <a:gs pos="0">
                <a:srgbClr val="46B1E1">
                  <a:shade val="30000"/>
                  <a:satMod val="115000"/>
                </a:srgbClr>
              </a:gs>
              <a:gs pos="50000">
                <a:srgbClr val="46B1E1">
                  <a:shade val="67500"/>
                  <a:satMod val="115000"/>
                </a:srgbClr>
              </a:gs>
              <a:gs pos="100000">
                <a:srgbClr val="46B1E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128F4B-C535-F54E-C7E6-429D44F5F939}"/>
              </a:ext>
            </a:extLst>
          </p:cNvPr>
          <p:cNvSpPr/>
          <p:nvPr/>
        </p:nvSpPr>
        <p:spPr>
          <a:xfrm>
            <a:off x="525778" y="1810051"/>
            <a:ext cx="5692445" cy="552074"/>
          </a:xfrm>
          <a:prstGeom prst="roundRect">
            <a:avLst>
              <a:gd name="adj" fmla="val 382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What AI can monitor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78CDCE-14FB-AF1F-6410-E5D51BDB8CAA}"/>
              </a:ext>
            </a:extLst>
          </p:cNvPr>
          <p:cNvSpPr/>
          <p:nvPr/>
        </p:nvSpPr>
        <p:spPr>
          <a:xfrm>
            <a:off x="7727950" y="1810051"/>
            <a:ext cx="4068878" cy="552074"/>
          </a:xfrm>
          <a:prstGeom prst="roundRect">
            <a:avLst>
              <a:gd name="adj" fmla="val 38296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Business Value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B66A40-3054-5F9A-E4C1-00FB522F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vi-VN" dirty="0"/>
              <a:t>Value 3: </a:t>
            </a:r>
            <a:r>
              <a:rPr lang="en-US" dirty="0"/>
              <a:t>AI for Continuous Monitoring and Proactive Updates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D8D32-1B82-EB7E-43D3-48F64F7A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2F146-47F9-A646-B182-8CC39B8AD32B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srgbClr val="B5B5B5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E596B-63B3-6B00-9B27-74D05F884568}"/>
              </a:ext>
            </a:extLst>
          </p:cNvPr>
          <p:cNvSpPr txBox="1"/>
          <p:nvPr/>
        </p:nvSpPr>
        <p:spPr>
          <a:xfrm>
            <a:off x="525779" y="1077310"/>
            <a:ext cx="1116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 can continuously monitor client, portfolio, market, and life-event signals to trigger timely advisory actions.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8B979-E5DE-EAB4-F20F-3E4F70BE4FE5}"/>
              </a:ext>
            </a:extLst>
          </p:cNvPr>
          <p:cNvSpPr txBox="1"/>
          <p:nvPr/>
        </p:nvSpPr>
        <p:spPr>
          <a:xfrm>
            <a:off x="800079" y="2640871"/>
            <a:ext cx="579320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Portfolio performance changes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 allocation drift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Concentration risk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maturity dates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volatility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 rate changes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life events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Liquidity needs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progress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profile mismatch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Regulatory or compliance triggers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Pending actions from previous meetings</a:t>
            </a: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And other events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648B2-AC02-A32C-8578-5CA7697A99C4}"/>
              </a:ext>
            </a:extLst>
          </p:cNvPr>
          <p:cNvSpPr txBox="1"/>
          <p:nvPr/>
        </p:nvSpPr>
        <p:spPr>
          <a:xfrm>
            <a:off x="7727950" y="3151518"/>
            <a:ext cx="40688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Moves service model from reactive to proactive.</a:t>
            </a:r>
            <a:endParaRPr lang="vi-VN" dirty="0"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Improves client engagement.</a:t>
            </a:r>
            <a:endParaRPr lang="vi-VN" dirty="0"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Reduces missed opportunities.</a:t>
            </a:r>
            <a:endParaRPr lang="vi-VN" dirty="0"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Supports timely risk management.</a:t>
            </a:r>
            <a:endParaRPr lang="vi-VN" dirty="0"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Keeps all PICs aligned with updated client context.</a:t>
            </a:r>
            <a:endParaRPr lang="vi-VN" dirty="0"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Aptos (Body)"/>
              </a:rPr>
              <a:t>Consistent communication between involved PIC and parties</a:t>
            </a:r>
            <a:endParaRPr lang="en-US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83608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CC48-9946-A748-672E-DFC69AA32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C0EEDE-155C-4459-1F04-0F36FE05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Traditional vs AI-Assisted Wealth Management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B687F6-C835-62D2-44D0-47697BB4A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39060"/>
              </p:ext>
            </p:extLst>
          </p:nvPr>
        </p:nvGraphicFramePr>
        <p:xfrm>
          <a:off x="655661" y="1359153"/>
          <a:ext cx="11029410" cy="4789846"/>
        </p:xfrm>
        <a:graphic>
          <a:graphicData uri="http://schemas.openxmlformats.org/drawingml/2006/table">
            <a:tbl>
              <a:tblPr firstRow="1" firstCol="1">
                <a:tableStyleId>{1FECB4D8-DB02-4DC6-A0A2-4F2EBAE1DC90}</a:tableStyleId>
              </a:tblPr>
              <a:tblGrid>
                <a:gridCol w="3127067">
                  <a:extLst>
                    <a:ext uri="{9D8B030D-6E8A-4147-A177-3AD203B41FA5}">
                      <a16:colId xmlns:a16="http://schemas.microsoft.com/office/drawing/2014/main" val="1290570038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386065116"/>
                    </a:ext>
                  </a:extLst>
                </a:gridCol>
                <a:gridCol w="4061863">
                  <a:extLst>
                    <a:ext uri="{9D8B030D-6E8A-4147-A177-3AD203B41FA5}">
                      <a16:colId xmlns:a16="http://schemas.microsoft.com/office/drawing/2014/main" val="1765712246"/>
                    </a:ext>
                  </a:extLst>
                </a:gridCol>
              </a:tblGrid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>
                          <a:effectLst/>
                        </a:rPr>
                        <a:t>Dimension</a:t>
                      </a:r>
                      <a:endParaRPr lang="en-US" sz="1800" dirty="0">
                        <a:effectLst/>
                      </a:endParaRP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Traditional Wealth Management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AI-Assisted Wealth Management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4071184892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RM capability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Depends heavily on individual RM knowledge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AI provides advisory guidance and knowledge support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084265407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Specialist support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Limited by expert availability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AI prepares first draft and escalates complex cases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707023514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Client monitoring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Periodic and manual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Continuous and event-driven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431921812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Communication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Manual updates between PICs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Shared AI-generated client context and action updates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729489346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Advisory quality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Varies by RM and team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More standardized and structured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04401626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Client coverage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High-touch service mainly for top-tier clients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Scalable advisory support across broader client base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254882602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Documentation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Manual meeting notes and recommendation write-ups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AI-assisted summaries, plans, and rationale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467374225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Decision-making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Human-led, often fragmented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Human-led with AI-supported insights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4076835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3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5005</Words>
  <Application>Microsoft Office PowerPoint</Application>
  <PresentationFormat>Widescreen</PresentationFormat>
  <Paragraphs>233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(Body)</vt:lpstr>
      <vt:lpstr>Aptos Display</vt:lpstr>
      <vt:lpstr>Arial</vt:lpstr>
      <vt:lpstr>Segoe UI</vt:lpstr>
      <vt:lpstr>Univers 45 Light</vt:lpstr>
      <vt:lpstr>Office Theme</vt:lpstr>
      <vt:lpstr>Pain Point 1: RM Knowledge and Advisory Capability Gap</vt:lpstr>
      <vt:lpstr>Pain Point 2: Specialist Capacity Constraint</vt:lpstr>
      <vt:lpstr>Pain Point 3: Fragmented Communication and Coordination</vt:lpstr>
      <vt:lpstr>AI Value 1: AI as an Expert Assistant for Relationship Managers</vt:lpstr>
      <vt:lpstr>AI Value 2: AI as a Productivity Layer for Wealth Managers and Specialists</vt:lpstr>
      <vt:lpstr>AI Value 3: AI for Continuous Monitoring and Proactive Updates</vt:lpstr>
      <vt:lpstr> Traditional vs AI-Assisted Wealth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Loc Nguyen Xuan</dc:creator>
  <cp:lastModifiedBy>Loc Nguyen Xuan</cp:lastModifiedBy>
  <cp:revision>1</cp:revision>
  <dcterms:created xsi:type="dcterms:W3CDTF">2026-05-05T02:36:11Z</dcterms:created>
  <dcterms:modified xsi:type="dcterms:W3CDTF">2026-05-05T04:18:27Z</dcterms:modified>
</cp:coreProperties>
</file>